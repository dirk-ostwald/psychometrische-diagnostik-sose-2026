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5759450" cy="3600450"/>
  <p:notesSz cx="6858000" cy="9144000"/>
  <p:defaultTextStyle>
    <a:defPPr>
      <a:defRPr lang="de-DE"/>
    </a:defPPr>
    <a:lvl1pPr marL="0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1pPr>
    <a:lvl2pPr marL="314051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2pPr>
    <a:lvl3pPr marL="628101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3pPr>
    <a:lvl4pPr marL="942152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4pPr>
    <a:lvl5pPr marL="1256203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5pPr>
    <a:lvl6pPr marL="1570253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6pPr>
    <a:lvl7pPr marL="1884304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7pPr>
    <a:lvl8pPr marL="2198355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8pPr>
    <a:lvl9pPr marL="2512405" algn="l" defTabSz="628101" rtl="0" eaLnBrk="1" latinLnBrk="0" hangingPunct="1">
      <a:defRPr sz="123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1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173" d="100"/>
          <a:sy n="173" d="100"/>
        </p:scale>
        <p:origin x="1746" y="366"/>
      </p:cViewPr>
      <p:guideLst>
        <p:guide orient="horz" pos="1134"/>
        <p:guide pos="18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59EAE-6D5E-48D0-9F41-791F747706E7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921C5-6339-433C-A58D-894DB66DD2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220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921C5-6339-433C-A58D-894DB66DD21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10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31962" y="1118477"/>
            <a:ext cx="4895533" cy="771764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3919" y="2040257"/>
            <a:ext cx="4031616" cy="9201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069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075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4961" y="2313627"/>
            <a:ext cx="4895533" cy="71508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4961" y="1526026"/>
            <a:ext cx="4895533" cy="7876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30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87977" y="840105"/>
            <a:ext cx="2543757" cy="237613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927723" y="840105"/>
            <a:ext cx="2543757" cy="237613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7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87977" y="805937"/>
            <a:ext cx="2544757" cy="335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3" indent="0">
              <a:buNone/>
              <a:defRPr sz="2000" b="1"/>
            </a:lvl2pPr>
            <a:lvl3pPr marL="914366" indent="0">
              <a:buNone/>
              <a:defRPr sz="1800" b="1"/>
            </a:lvl3pPr>
            <a:lvl4pPr marL="1371549" indent="0">
              <a:buNone/>
              <a:defRPr sz="1600" b="1"/>
            </a:lvl4pPr>
            <a:lvl5pPr marL="1828733" indent="0">
              <a:buNone/>
              <a:defRPr sz="1600" b="1"/>
            </a:lvl5pPr>
            <a:lvl6pPr marL="2285916" indent="0">
              <a:buNone/>
              <a:defRPr sz="1600" b="1"/>
            </a:lvl6pPr>
            <a:lvl7pPr marL="2743099" indent="0">
              <a:buNone/>
              <a:defRPr sz="1600" b="1"/>
            </a:lvl7pPr>
            <a:lvl8pPr marL="3200283" indent="0">
              <a:buNone/>
              <a:defRPr sz="1600" b="1"/>
            </a:lvl8pPr>
            <a:lvl9pPr marL="3657466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87977" y="1141811"/>
            <a:ext cx="2544757" cy="20744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2925727" y="805937"/>
            <a:ext cx="2545757" cy="335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3" indent="0">
              <a:buNone/>
              <a:defRPr sz="2000" b="1"/>
            </a:lvl2pPr>
            <a:lvl3pPr marL="914366" indent="0">
              <a:buNone/>
              <a:defRPr sz="1800" b="1"/>
            </a:lvl3pPr>
            <a:lvl4pPr marL="1371549" indent="0">
              <a:buNone/>
              <a:defRPr sz="1600" b="1"/>
            </a:lvl4pPr>
            <a:lvl5pPr marL="1828733" indent="0">
              <a:buNone/>
              <a:defRPr sz="1600" b="1"/>
            </a:lvl5pPr>
            <a:lvl6pPr marL="2285916" indent="0">
              <a:buNone/>
              <a:defRPr sz="1600" b="1"/>
            </a:lvl6pPr>
            <a:lvl7pPr marL="2743099" indent="0">
              <a:buNone/>
              <a:defRPr sz="1600" b="1"/>
            </a:lvl7pPr>
            <a:lvl8pPr marL="3200283" indent="0">
              <a:buNone/>
              <a:defRPr sz="1600" b="1"/>
            </a:lvl8pPr>
            <a:lvl9pPr marL="3657466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2925727" y="1141811"/>
            <a:ext cx="2545757" cy="20744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64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024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30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7974" y="143353"/>
            <a:ext cx="1894820" cy="6100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251787" y="143355"/>
            <a:ext cx="3219692" cy="3072884"/>
          </a:xfrm>
        </p:spPr>
        <p:txBody>
          <a:bodyPr/>
          <a:lstStyle>
            <a:lvl1pPr>
              <a:defRPr sz="3199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87974" y="753429"/>
            <a:ext cx="1894820" cy="2462808"/>
          </a:xfrm>
        </p:spPr>
        <p:txBody>
          <a:bodyPr/>
          <a:lstStyle>
            <a:lvl1pPr marL="0" indent="0">
              <a:buNone/>
              <a:defRPr sz="1400"/>
            </a:lvl1pPr>
            <a:lvl2pPr marL="457183" indent="0">
              <a:buNone/>
              <a:defRPr sz="1200"/>
            </a:lvl2pPr>
            <a:lvl3pPr marL="914366" indent="0">
              <a:buNone/>
              <a:defRPr sz="1000"/>
            </a:lvl3pPr>
            <a:lvl4pPr marL="1371549" indent="0">
              <a:buNone/>
              <a:defRPr sz="900"/>
            </a:lvl4pPr>
            <a:lvl5pPr marL="1828733" indent="0">
              <a:buNone/>
              <a:defRPr sz="900"/>
            </a:lvl5pPr>
            <a:lvl6pPr marL="2285916" indent="0">
              <a:buNone/>
              <a:defRPr sz="900"/>
            </a:lvl6pPr>
            <a:lvl7pPr marL="2743099" indent="0">
              <a:buNone/>
              <a:defRPr sz="900"/>
            </a:lvl7pPr>
            <a:lvl8pPr marL="3200283" indent="0">
              <a:buNone/>
              <a:defRPr sz="900"/>
            </a:lvl8pPr>
            <a:lvl9pPr marL="3657466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738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28894" y="2520320"/>
            <a:ext cx="3455670" cy="297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128894" y="321709"/>
            <a:ext cx="3455670" cy="2160270"/>
          </a:xfrm>
        </p:spPr>
        <p:txBody>
          <a:bodyPr/>
          <a:lstStyle>
            <a:lvl1pPr marL="0" indent="0">
              <a:buNone/>
              <a:defRPr sz="3199"/>
            </a:lvl1pPr>
            <a:lvl2pPr marL="457183" indent="0">
              <a:buNone/>
              <a:defRPr sz="2800"/>
            </a:lvl2pPr>
            <a:lvl3pPr marL="914366" indent="0">
              <a:buNone/>
              <a:defRPr sz="2400"/>
            </a:lvl3pPr>
            <a:lvl4pPr marL="1371549" indent="0">
              <a:buNone/>
              <a:defRPr sz="2000"/>
            </a:lvl4pPr>
            <a:lvl5pPr marL="1828733" indent="0">
              <a:buNone/>
              <a:defRPr sz="2000"/>
            </a:lvl5pPr>
            <a:lvl6pPr marL="2285916" indent="0">
              <a:buNone/>
              <a:defRPr sz="2000"/>
            </a:lvl6pPr>
            <a:lvl7pPr marL="2743099" indent="0">
              <a:buNone/>
              <a:defRPr sz="2000"/>
            </a:lvl7pPr>
            <a:lvl8pPr marL="3200283" indent="0">
              <a:buNone/>
              <a:defRPr sz="2000"/>
            </a:lvl8pPr>
            <a:lvl9pPr marL="3657466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128894" y="2817854"/>
            <a:ext cx="3455670" cy="422552"/>
          </a:xfrm>
        </p:spPr>
        <p:txBody>
          <a:bodyPr/>
          <a:lstStyle>
            <a:lvl1pPr marL="0" indent="0">
              <a:buNone/>
              <a:defRPr sz="1400"/>
            </a:lvl1pPr>
            <a:lvl2pPr marL="457183" indent="0">
              <a:buNone/>
              <a:defRPr sz="1200"/>
            </a:lvl2pPr>
            <a:lvl3pPr marL="914366" indent="0">
              <a:buNone/>
              <a:defRPr sz="1000"/>
            </a:lvl3pPr>
            <a:lvl4pPr marL="1371549" indent="0">
              <a:buNone/>
              <a:defRPr sz="900"/>
            </a:lvl4pPr>
            <a:lvl5pPr marL="1828733" indent="0">
              <a:buNone/>
              <a:defRPr sz="900"/>
            </a:lvl5pPr>
            <a:lvl6pPr marL="2285916" indent="0">
              <a:buNone/>
              <a:defRPr sz="900"/>
            </a:lvl6pPr>
            <a:lvl7pPr marL="2743099" indent="0">
              <a:buNone/>
              <a:defRPr sz="900"/>
            </a:lvl7pPr>
            <a:lvl8pPr marL="3200283" indent="0">
              <a:buNone/>
              <a:defRPr sz="900"/>
            </a:lvl8pPr>
            <a:lvl9pPr marL="3657466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244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03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4175601" y="144189"/>
            <a:ext cx="1295876" cy="3072051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87973" y="144189"/>
            <a:ext cx="3791638" cy="3072051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204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87973" y="144189"/>
            <a:ext cx="5183506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87973" y="840105"/>
            <a:ext cx="5183506" cy="237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287973" y="3337088"/>
            <a:ext cx="134387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FF6F9-30DA-4EAD-A992-E83D8F97A6EB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967813" y="3337088"/>
            <a:ext cx="182382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4127606" y="3337088"/>
            <a:ext cx="134387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73870-8526-41D8-B2B4-5B60F0DA16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74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6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8" indent="-342888" algn="l" defTabSz="91436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923" indent="-285740" algn="l" defTabSz="914366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8" indent="-228592" algn="l" defTabSz="9143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41" indent="-228592" algn="l" defTabSz="914366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24" indent="-228592" algn="l" defTabSz="914366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07" indent="-228592" algn="l" defTabSz="9143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1" indent="-228592" algn="l" defTabSz="9143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4" indent="-228592" algn="l" defTabSz="9143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8" indent="-228592" algn="l" defTabSz="9143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58F01554-6594-4FB7-81C6-EE1B38847411}"/>
              </a:ext>
            </a:extLst>
          </p:cNvPr>
          <p:cNvGrpSpPr/>
          <p:nvPr/>
        </p:nvGrpSpPr>
        <p:grpSpPr>
          <a:xfrm>
            <a:off x="174878" y="158055"/>
            <a:ext cx="5409695" cy="3392758"/>
            <a:chOff x="242338" y="-303596"/>
            <a:chExt cx="5409695" cy="339275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4BE4227-2598-48DE-9F9F-B1F28BE36712}"/>
                </a:ext>
              </a:extLst>
            </p:cNvPr>
            <p:cNvCxnSpPr>
              <a:cxnSpLocks/>
              <a:stCxn id="37" idx="4"/>
            </p:cNvCxnSpPr>
            <p:nvPr/>
          </p:nvCxnSpPr>
          <p:spPr>
            <a:xfrm flipH="1">
              <a:off x="3627409" y="1278628"/>
              <a:ext cx="3392" cy="14373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BC91AB3-FA46-48B9-A503-B3C53FD1B78B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 flipH="1">
              <a:off x="2924113" y="1242080"/>
              <a:ext cx="67068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8BBBB7-4863-48F8-982D-21710C406B9B}"/>
                </a:ext>
              </a:extLst>
            </p:cNvPr>
            <p:cNvCxnSpPr>
              <a:cxnSpLocks/>
            </p:cNvCxnSpPr>
            <p:nvPr/>
          </p:nvCxnSpPr>
          <p:spPr>
            <a:xfrm>
              <a:off x="3645240" y="1250706"/>
              <a:ext cx="354946" cy="35062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3C62C455-ADAE-46DA-A1A1-23CA13C75730}"/>
                </a:ext>
              </a:extLst>
            </p:cNvPr>
            <p:cNvGrpSpPr/>
            <p:nvPr/>
          </p:nvGrpSpPr>
          <p:grpSpPr>
            <a:xfrm>
              <a:off x="242338" y="-303596"/>
              <a:ext cx="5409695" cy="3093641"/>
              <a:chOff x="1898609" y="1709294"/>
              <a:chExt cx="5409695" cy="3047596"/>
            </a:xfrm>
          </p:grpSpPr>
          <p:cxnSp>
            <p:nvCxnSpPr>
              <p:cNvPr id="14" name="Gerade Verbindung mit Pfeil 13">
                <a:extLst>
                  <a:ext uri="{FF2B5EF4-FFF2-40B4-BE49-F238E27FC236}">
                    <a16:creationId xmlns:a16="http://schemas.microsoft.com/office/drawing/2014/main" id="{A9CDBA31-0329-4AC1-80B9-63A8D1067FF5}"/>
                  </a:ext>
                </a:extLst>
              </p:cNvPr>
              <p:cNvCxnSpPr/>
              <p:nvPr/>
            </p:nvCxnSpPr>
            <p:spPr>
              <a:xfrm>
                <a:off x="2051720" y="4684882"/>
                <a:ext cx="525658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9737EB9B-1BDF-4AB5-8DED-6AC4833CC307}"/>
                  </a:ext>
                </a:extLst>
              </p:cNvPr>
              <p:cNvCxnSpPr/>
              <p:nvPr/>
            </p:nvCxnSpPr>
            <p:spPr>
              <a:xfrm flipV="1">
                <a:off x="4572000" y="2164602"/>
                <a:ext cx="0" cy="252028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55A5BAE5-7940-462D-9102-FB5A5682F49E}"/>
                      </a:ext>
                    </a:extLst>
                  </p:cNvPr>
                  <p:cNvSpPr txBox="1"/>
                  <p:nvPr/>
                </p:nvSpPr>
                <p:spPr>
                  <a:xfrm>
                    <a:off x="1945866" y="1709294"/>
                    <a:ext cx="2521139" cy="29239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800" b="0" i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8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≔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800" i="1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e-DE" sz="800" i="1">
                                        <a:solidFill>
                                          <a:schemeClr val="bg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de-DE" sz="800" b="0" i="1" smtClean="0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e-DE" sz="8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de-DE" sz="800" i="1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e-DE" sz="800" i="1">
                                        <a:solidFill>
                                          <a:schemeClr val="bg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sz="8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e-DE" sz="8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  <m:r>
                          <a:rPr lang="de-DE" sz="8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⇒ </m:t>
                        </m:r>
                        <m:r>
                          <a:rPr lang="de-DE" sz="8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8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sSub>
                              <m:sSubPr>
                                <m:ctrlPr>
                                  <a:rPr lang="de-DE" sz="8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8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de-DE" sz="8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de-DE" sz="8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sz="8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8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de-DE" sz="8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a14:m>
                    <a:r>
                      <a:rPr lang="de-DE" sz="800" dirty="0">
                        <a:solidFill>
                          <a:schemeClr val="bg1">
                            <a:lumMod val="75000"/>
                          </a:schemeClr>
                        </a:solidFill>
                      </a:rPr>
                      <a:t> mit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8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de-DE" sz="8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8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de-DE" sz="8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  <a:r>
                      <a:rPr lang="de-DE" sz="800" dirty="0">
                        <a:solidFill>
                          <a:schemeClr val="bg1">
                            <a:lumMod val="75000"/>
                          </a:schemeClr>
                        </a:solidFill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55A5BAE5-7940-462D-9102-FB5A5682F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45866" y="1709294"/>
                    <a:ext cx="2521139" cy="29239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46939" b="-83673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Gerade Verbindung 5">
                <a:extLst>
                  <a:ext uri="{FF2B5EF4-FFF2-40B4-BE49-F238E27FC236}">
                    <a16:creationId xmlns:a16="http://schemas.microsoft.com/office/drawing/2014/main" id="{C2936597-0EA8-4488-97C3-EE6818043311}"/>
                  </a:ext>
                </a:extLst>
              </p:cNvPr>
              <p:cNvCxnSpPr/>
              <p:nvPr/>
            </p:nvCxnSpPr>
            <p:spPr>
              <a:xfrm>
                <a:off x="6732240" y="4612874"/>
                <a:ext cx="0" cy="1440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 Verbindung 13">
                <a:extLst>
                  <a:ext uri="{FF2B5EF4-FFF2-40B4-BE49-F238E27FC236}">
                    <a16:creationId xmlns:a16="http://schemas.microsoft.com/office/drawing/2014/main" id="{EE51B6D3-4C59-4886-84A3-CDF47D53AC8D}"/>
                  </a:ext>
                </a:extLst>
              </p:cNvPr>
              <p:cNvCxnSpPr/>
              <p:nvPr/>
            </p:nvCxnSpPr>
            <p:spPr>
              <a:xfrm>
                <a:off x="4499992" y="2524642"/>
                <a:ext cx="14401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Rechteck 20">
                    <a:extLst>
                      <a:ext uri="{FF2B5EF4-FFF2-40B4-BE49-F238E27FC236}">
                        <a16:creationId xmlns:a16="http://schemas.microsoft.com/office/drawing/2014/main" id="{6B7AB6AD-FB15-4E61-BAED-828A7FD04294}"/>
                      </a:ext>
                    </a:extLst>
                  </p:cNvPr>
                  <p:cNvSpPr/>
                  <p:nvPr/>
                </p:nvSpPr>
                <p:spPr>
                  <a:xfrm>
                    <a:off x="6537061" y="4249920"/>
                    <a:ext cx="387542" cy="31848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de-DE" sz="90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9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de-DE" sz="900" i="1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e-DE" sz="900" i="1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de-DE" sz="900" dirty="0">
                      <a:solidFill>
                        <a:schemeClr val="bg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1" name="Rechteck 20">
                    <a:extLst>
                      <a:ext uri="{FF2B5EF4-FFF2-40B4-BE49-F238E27FC236}">
                        <a16:creationId xmlns:a16="http://schemas.microsoft.com/office/drawing/2014/main" id="{6B7AB6AD-FB15-4E61-BAED-828A7FD042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7061" y="4249920"/>
                    <a:ext cx="387542" cy="31848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Rechteck 21">
                    <a:extLst>
                      <a:ext uri="{FF2B5EF4-FFF2-40B4-BE49-F238E27FC236}">
                        <a16:creationId xmlns:a16="http://schemas.microsoft.com/office/drawing/2014/main" id="{C58B6049-6166-4419-BF7B-1F647A89D1D1}"/>
                      </a:ext>
                    </a:extLst>
                  </p:cNvPr>
                  <p:cNvSpPr/>
                  <p:nvPr/>
                </p:nvSpPr>
                <p:spPr>
                  <a:xfrm>
                    <a:off x="4577503" y="2328184"/>
                    <a:ext cx="387542" cy="31759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de-DE" sz="90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9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sz="900" i="1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e-DE" sz="900" i="1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de-DE" sz="900" dirty="0">
                      <a:solidFill>
                        <a:schemeClr val="bg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2" name="Rechteck 21">
                    <a:extLst>
                      <a:ext uri="{FF2B5EF4-FFF2-40B4-BE49-F238E27FC236}">
                        <a16:creationId xmlns:a16="http://schemas.microsoft.com/office/drawing/2014/main" id="{C58B6049-6166-4419-BF7B-1F647A89D1D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7503" y="2328184"/>
                    <a:ext cx="387542" cy="31759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hteck 22">
                    <a:extLst>
                      <a:ext uri="{FF2B5EF4-FFF2-40B4-BE49-F238E27FC236}">
                        <a16:creationId xmlns:a16="http://schemas.microsoft.com/office/drawing/2014/main" id="{D4512F67-C097-406E-9097-D9621384F41A}"/>
                      </a:ext>
                    </a:extLst>
                  </p:cNvPr>
                  <p:cNvSpPr/>
                  <p:nvPr/>
                </p:nvSpPr>
                <p:spPr>
                  <a:xfrm>
                    <a:off x="6732240" y="2260965"/>
                    <a:ext cx="387542" cy="31759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de-DE" sz="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9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de-DE" sz="90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e-DE" sz="90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de-DE" sz="900" dirty="0"/>
                  </a:p>
                </p:txBody>
              </p:sp>
            </mc:Choice>
            <mc:Fallback xmlns="">
              <p:sp>
                <p:nvSpPr>
                  <p:cNvPr id="23" name="Rechteck 22">
                    <a:extLst>
                      <a:ext uri="{FF2B5EF4-FFF2-40B4-BE49-F238E27FC236}">
                        <a16:creationId xmlns:a16="http://schemas.microsoft.com/office/drawing/2014/main" id="{D4512F67-C097-406E-9097-D9621384F4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240" y="2260965"/>
                    <a:ext cx="387542" cy="31759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F22BCD16-8894-4937-BBFA-2A5FEFF587EB}"/>
                  </a:ext>
                </a:extLst>
              </p:cNvPr>
              <p:cNvCxnSpPr/>
              <p:nvPr/>
            </p:nvCxnSpPr>
            <p:spPr>
              <a:xfrm flipV="1">
                <a:off x="4572000" y="2524642"/>
                <a:ext cx="2160240" cy="2160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Rechteck 24">
                    <a:extLst>
                      <a:ext uri="{FF2B5EF4-FFF2-40B4-BE49-F238E27FC236}">
                        <a16:creationId xmlns:a16="http://schemas.microsoft.com/office/drawing/2014/main" id="{8DD572E3-AA63-4F74-BE51-D2B30D103E38}"/>
                      </a:ext>
                    </a:extLst>
                  </p:cNvPr>
                  <p:cNvSpPr/>
                  <p:nvPr/>
                </p:nvSpPr>
                <p:spPr>
                  <a:xfrm>
                    <a:off x="1898609" y="2260934"/>
                    <a:ext cx="474104" cy="3176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de-DE" sz="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9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de-DE" sz="900" i="1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e-DE" sz="900" i="1">
                                        <a:latin typeface="Cambria Math"/>
                                      </a:rPr>
                                      <m:t>   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de-DE" sz="900" dirty="0"/>
                  </a:p>
                </p:txBody>
              </p:sp>
            </mc:Choice>
            <mc:Fallback xmlns="">
              <p:sp>
                <p:nvSpPr>
                  <p:cNvPr id="25" name="Rechteck 24">
                    <a:extLst>
                      <a:ext uri="{FF2B5EF4-FFF2-40B4-BE49-F238E27FC236}">
                        <a16:creationId xmlns:a16="http://schemas.microsoft.com/office/drawing/2014/main" id="{8DD572E3-AA63-4F74-BE51-D2B30D103E3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8609" y="2260934"/>
                    <a:ext cx="474104" cy="3176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Gerade Verbindung mit Pfeil 25">
                <a:extLst>
                  <a:ext uri="{FF2B5EF4-FFF2-40B4-BE49-F238E27FC236}">
                    <a16:creationId xmlns:a16="http://schemas.microsoft.com/office/drawing/2014/main" id="{ECDFF883-0893-4272-88EE-A3A8B8A41552}"/>
                  </a:ext>
                </a:extLst>
              </p:cNvPr>
              <p:cNvCxnSpPr/>
              <p:nvPr/>
            </p:nvCxnSpPr>
            <p:spPr>
              <a:xfrm flipH="1" flipV="1">
                <a:off x="2402237" y="2519585"/>
                <a:ext cx="2178147" cy="21652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 Verbindung 34">
                <a:extLst>
                  <a:ext uri="{FF2B5EF4-FFF2-40B4-BE49-F238E27FC236}">
                    <a16:creationId xmlns:a16="http://schemas.microsoft.com/office/drawing/2014/main" id="{23733B16-B7C2-48E9-A52B-7FBF15DB99BB}"/>
                  </a:ext>
                </a:extLst>
              </p:cNvPr>
              <p:cNvCxnSpPr/>
              <p:nvPr/>
            </p:nvCxnSpPr>
            <p:spPr>
              <a:xfrm>
                <a:off x="2411760" y="4612874"/>
                <a:ext cx="0" cy="1440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 Verbindung mit Pfeil 27">
                <a:extLst>
                  <a:ext uri="{FF2B5EF4-FFF2-40B4-BE49-F238E27FC236}">
                    <a16:creationId xmlns:a16="http://schemas.microsoft.com/office/drawing/2014/main" id="{95F33226-3C43-48DE-AC07-7A36557B4C61}"/>
                  </a:ext>
                </a:extLst>
              </p:cNvPr>
              <p:cNvCxnSpPr/>
              <p:nvPr/>
            </p:nvCxnSpPr>
            <p:spPr>
              <a:xfrm flipV="1">
                <a:off x="4572000" y="2524642"/>
                <a:ext cx="2160240" cy="21602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 Verbindung mit Pfeil 29">
                <a:extLst>
                  <a:ext uri="{FF2B5EF4-FFF2-40B4-BE49-F238E27FC236}">
                    <a16:creationId xmlns:a16="http://schemas.microsoft.com/office/drawing/2014/main" id="{3C398F7A-A9A4-4A9D-930B-95053006F2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3100706"/>
                <a:ext cx="1584176" cy="1584176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 Verbindung mit Pfeil 30">
                <a:extLst>
                  <a:ext uri="{FF2B5EF4-FFF2-40B4-BE49-F238E27FC236}">
                    <a16:creationId xmlns:a16="http://schemas.microsoft.com/office/drawing/2014/main" id="{64277828-647B-4BF1-9668-EFEB119D1FA3}"/>
                  </a:ext>
                </a:extLst>
              </p:cNvPr>
              <p:cNvCxnSpPr/>
              <p:nvPr/>
            </p:nvCxnSpPr>
            <p:spPr>
              <a:xfrm flipH="1" flipV="1">
                <a:off x="2987824" y="3100706"/>
                <a:ext cx="1584176" cy="1584176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Rechteck 32">
                    <a:extLst>
                      <a:ext uri="{FF2B5EF4-FFF2-40B4-BE49-F238E27FC236}">
                        <a16:creationId xmlns:a16="http://schemas.microsoft.com/office/drawing/2014/main" id="{66123983-D700-498B-BCA4-6A6A4F335DB2}"/>
                      </a:ext>
                    </a:extLst>
                  </p:cNvPr>
                  <p:cNvSpPr/>
                  <p:nvPr/>
                </p:nvSpPr>
                <p:spPr>
                  <a:xfrm>
                    <a:off x="5727769" y="2737977"/>
                    <a:ext cx="504369" cy="34147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de-DE" sz="8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8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de-DE" sz="8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de-DE" sz="8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ctrlPr>
                                <a:rPr lang="de-DE" sz="8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8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de-DE" sz="8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e-DE" sz="8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de-DE" sz="8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3" name="Rechteck 32">
                    <a:extLst>
                      <a:ext uri="{FF2B5EF4-FFF2-40B4-BE49-F238E27FC236}">
                        <a16:creationId xmlns:a16="http://schemas.microsoft.com/office/drawing/2014/main" id="{66123983-D700-498B-BCA4-6A6A4F335D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27769" y="2737977"/>
                    <a:ext cx="504369" cy="34147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Rechteck 34">
                    <a:extLst>
                      <a:ext uri="{FF2B5EF4-FFF2-40B4-BE49-F238E27FC236}">
                        <a16:creationId xmlns:a16="http://schemas.microsoft.com/office/drawing/2014/main" id="{BE163E27-EB91-42FC-9BF3-268C662A0705}"/>
                      </a:ext>
                    </a:extLst>
                  </p:cNvPr>
                  <p:cNvSpPr/>
                  <p:nvPr/>
                </p:nvSpPr>
                <p:spPr>
                  <a:xfrm>
                    <a:off x="2993315" y="2737977"/>
                    <a:ext cx="581313" cy="34147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de-DE" sz="8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8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de-DE" sz="8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de-DE" sz="8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ctrlPr>
                                <a:rPr lang="de-DE" sz="8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8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de-DE" sz="8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e-DE" sz="8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   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de-DE" sz="8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5" name="Rechteck 34">
                    <a:extLst>
                      <a:ext uri="{FF2B5EF4-FFF2-40B4-BE49-F238E27FC236}">
                        <a16:creationId xmlns:a16="http://schemas.microsoft.com/office/drawing/2014/main" id="{BE163E27-EB91-42FC-9BF3-268C662A070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3315" y="2737977"/>
                    <a:ext cx="581313" cy="34147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Textfeld 37">
                    <a:extLst>
                      <a:ext uri="{FF2B5EF4-FFF2-40B4-BE49-F238E27FC236}">
                        <a16:creationId xmlns:a16="http://schemas.microsoft.com/office/drawing/2014/main" id="{62456E29-B21F-46B7-BE7F-2FB0FBE010B4}"/>
                      </a:ext>
                    </a:extLst>
                  </p:cNvPr>
                  <p:cNvSpPr txBox="1"/>
                  <p:nvPr/>
                </p:nvSpPr>
                <p:spPr>
                  <a:xfrm>
                    <a:off x="5113525" y="2869835"/>
                    <a:ext cx="336374" cy="3183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de-DE" sz="15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8" name="Textfeld 37">
                    <a:extLst>
                      <a:ext uri="{FF2B5EF4-FFF2-40B4-BE49-F238E27FC236}">
                        <a16:creationId xmlns:a16="http://schemas.microsoft.com/office/drawing/2014/main" id="{62456E29-B21F-46B7-BE7F-2FB0FBE010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3525" y="2869835"/>
                    <a:ext cx="336374" cy="31835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Rechteck 38">
                    <a:extLst>
                      <a:ext uri="{FF2B5EF4-FFF2-40B4-BE49-F238E27FC236}">
                        <a16:creationId xmlns:a16="http://schemas.microsoft.com/office/drawing/2014/main" id="{D1FBBC40-93BA-45B4-A475-BF9241EFF0E2}"/>
                      </a:ext>
                    </a:extLst>
                  </p:cNvPr>
                  <p:cNvSpPr/>
                  <p:nvPr/>
                </p:nvSpPr>
                <p:spPr>
                  <a:xfrm>
                    <a:off x="2161619" y="4187253"/>
                    <a:ext cx="474104" cy="31848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de-DE" sz="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9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sz="900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de-DE" sz="90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e-DE" sz="900" i="1">
                                        <a:latin typeface="Cambria Math"/>
                                      </a:rPr>
                                      <m:t>   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de-DE" sz="900" dirty="0"/>
                  </a:p>
                </p:txBody>
              </p:sp>
            </mc:Choice>
            <mc:Fallback xmlns="">
              <p:sp>
                <p:nvSpPr>
                  <p:cNvPr id="39" name="Rechteck 38">
                    <a:extLst>
                      <a:ext uri="{FF2B5EF4-FFF2-40B4-BE49-F238E27FC236}">
                        <a16:creationId xmlns:a16="http://schemas.microsoft.com/office/drawing/2014/main" id="{D1FBBC40-93BA-45B4-A475-BF9241EFF0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1619" y="4187253"/>
                    <a:ext cx="474104" cy="31848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0" name="Gerade Verbindung mit Pfeil 39">
                <a:extLst>
                  <a:ext uri="{FF2B5EF4-FFF2-40B4-BE49-F238E27FC236}">
                    <a16:creationId xmlns:a16="http://schemas.microsoft.com/office/drawing/2014/main" id="{F8DCDEC1-54EE-4AF7-AC99-5E0A7AAACB9E}"/>
                  </a:ext>
                </a:extLst>
              </p:cNvPr>
              <p:cNvCxnSpPr/>
              <p:nvPr/>
            </p:nvCxnSpPr>
            <p:spPr>
              <a:xfrm>
                <a:off x="4572000" y="4684882"/>
                <a:ext cx="2160240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 Verbindung mit Pfeil 40">
                <a:extLst>
                  <a:ext uri="{FF2B5EF4-FFF2-40B4-BE49-F238E27FC236}">
                    <a16:creationId xmlns:a16="http://schemas.microsoft.com/office/drawing/2014/main" id="{93261467-A0AA-47A8-B2FE-9CE1CF4A10D3}"/>
                  </a:ext>
                </a:extLst>
              </p:cNvPr>
              <p:cNvCxnSpPr/>
              <p:nvPr/>
            </p:nvCxnSpPr>
            <p:spPr>
              <a:xfrm flipV="1">
                <a:off x="4572000" y="2524642"/>
                <a:ext cx="0" cy="2160240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hteck 41">
                    <a:extLst>
                      <a:ext uri="{FF2B5EF4-FFF2-40B4-BE49-F238E27FC236}">
                        <a16:creationId xmlns:a16="http://schemas.microsoft.com/office/drawing/2014/main" id="{2D8B3243-F25B-40B1-9AAD-56E9E587D09B}"/>
                      </a:ext>
                    </a:extLst>
                  </p:cNvPr>
                  <p:cNvSpPr/>
                  <p:nvPr/>
                </p:nvSpPr>
                <p:spPr>
                  <a:xfrm>
                    <a:off x="4374356" y="4211914"/>
                    <a:ext cx="387542" cy="31848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de-DE" sz="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9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sz="900" i="1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e-DE" sz="900" i="1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de-DE" sz="900" dirty="0"/>
                  </a:p>
                </p:txBody>
              </p:sp>
            </mc:Choice>
            <mc:Fallback xmlns="">
              <p:sp>
                <p:nvSpPr>
                  <p:cNvPr id="42" name="Rechteck 41">
                    <a:extLst>
                      <a:ext uri="{FF2B5EF4-FFF2-40B4-BE49-F238E27FC236}">
                        <a16:creationId xmlns:a16="http://schemas.microsoft.com/office/drawing/2014/main" id="{2D8B3243-F25B-40B1-9AAD-56E9E587D09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74356" y="4211914"/>
                    <a:ext cx="387542" cy="31848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3B630C0A-1617-4260-B54F-F2932CD5D8FB}"/>
                  </a:ext>
                </a:extLst>
              </p:cNvPr>
              <p:cNvSpPr/>
              <p:nvPr/>
            </p:nvSpPr>
            <p:spPr>
              <a:xfrm>
                <a:off x="5251068" y="3195961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DA373E4-AEBF-4EC0-BDAB-A6B29551E69E}"/>
                    </a:ext>
                  </a:extLst>
                </p:cNvPr>
                <p:cNvSpPr txBox="1"/>
                <p:nvPr/>
              </p:nvSpPr>
              <p:spPr>
                <a:xfrm>
                  <a:off x="3509614" y="2778756"/>
                  <a:ext cx="214777" cy="3104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f>
                        <m:fPr>
                          <m:ctrlPr>
                            <a:rPr lang="de-DE" sz="100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000" i="1" dirty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000" i="1" dirty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a14:m>
                  <a:r>
                    <a:rPr lang="de-DE" sz="1000" dirty="0">
                      <a:solidFill>
                        <a:schemeClr val="bg1">
                          <a:lumMod val="8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DA373E4-AEBF-4EC0-BDAB-A6B29551E6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9614" y="2778756"/>
                  <a:ext cx="214777" cy="31040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995B8AA-D875-4292-8358-5BAD51AFD5FD}"/>
                    </a:ext>
                  </a:extLst>
                </p:cNvPr>
                <p:cNvSpPr txBox="1"/>
                <p:nvPr/>
              </p:nvSpPr>
              <p:spPr>
                <a:xfrm>
                  <a:off x="2621653" y="1084287"/>
                  <a:ext cx="268022" cy="3107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f>
                        <m:fPr>
                          <m:ctrlPr>
                            <a:rPr lang="de-DE" sz="1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sz="1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a14:m>
                  <a:r>
                    <a:rPr lang="de-DE" sz="1000" dirty="0">
                      <a:solidFill>
                        <a:schemeClr val="bg1">
                          <a:lumMod val="8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995B8AA-D875-4292-8358-5BAD51AFD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1653" y="1084287"/>
                  <a:ext cx="268022" cy="31072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7AE3C35-D833-4A1D-AE90-7FE00B52EBE4}"/>
                    </a:ext>
                  </a:extLst>
                </p:cNvPr>
                <p:cNvSpPr txBox="1"/>
                <p:nvPr/>
              </p:nvSpPr>
              <p:spPr>
                <a:xfrm>
                  <a:off x="3946720" y="1617943"/>
                  <a:ext cx="371192" cy="318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f>
                        <m:fPr>
                          <m:ctrlPr>
                            <a:rPr lang="de-DE" sz="1000" b="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000" b="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lit/>
                            </m:rPr>
                            <a:rPr lang="de-DE" sz="1000" b="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de-DE" sz="1000" b="0" i="1" dirty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sz="1000" b="0" i="1" dirty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de-DE" sz="1000" b="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a14:m>
                  <a:r>
                    <a:rPr lang="de-DE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7AE3C35-D833-4A1D-AE90-7FE00B52E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6720" y="1617943"/>
                  <a:ext cx="371192" cy="31899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3EE49A-EC4B-4CB3-BE6E-FAE4C2D166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4401" y="1273958"/>
              <a:ext cx="1073588" cy="102925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6508383-BD42-4777-98E8-EA27829929E5}"/>
                    </a:ext>
                  </a:extLst>
                </p:cNvPr>
                <p:cNvSpPr txBox="1"/>
                <p:nvPr/>
              </p:nvSpPr>
              <p:spPr>
                <a:xfrm>
                  <a:off x="2179846" y="2303544"/>
                  <a:ext cx="384016" cy="318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f>
                        <m:fPr>
                          <m:ctrlPr>
                            <a:rPr lang="de-DE" sz="1000" b="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000" b="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000" b="0" i="1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de-DE" sz="1000" b="0" i="1" dirty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sz="1000" b="0" i="1" dirty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a14:m>
                  <a:r>
                    <a:rPr lang="de-DE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6508383-BD42-4777-98E8-EA2782992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9846" y="2303544"/>
                  <a:ext cx="384016" cy="31899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D2AB114-DDDF-42AD-B711-72259CFE4B41}"/>
                    </a:ext>
                  </a:extLst>
                </p:cNvPr>
                <p:cNvSpPr txBox="1"/>
                <p:nvPr/>
              </p:nvSpPr>
              <p:spPr>
                <a:xfrm>
                  <a:off x="4932535" y="2793264"/>
                  <a:ext cx="28405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D2AB114-DDDF-42AD-B711-72259CFE4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535" y="2793264"/>
                  <a:ext cx="284052" cy="24622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93E9E3D-52EC-415D-B48C-88B85203DE5D}"/>
                    </a:ext>
                  </a:extLst>
                </p:cNvPr>
                <p:cNvSpPr txBox="1"/>
                <p:nvPr/>
              </p:nvSpPr>
              <p:spPr>
                <a:xfrm>
                  <a:off x="2586882" y="417155"/>
                  <a:ext cx="28405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00" dirty="0">
                    <a:solidFill>
                      <a:schemeClr val="bg1">
                        <a:lumMod val="8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93E9E3D-52EC-415D-B48C-88B85203DE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6882" y="417155"/>
                  <a:ext cx="284052" cy="24622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63FE360-2059-423C-81F1-6F26660E68F7}"/>
                    </a:ext>
                  </a:extLst>
                </p:cNvPr>
                <p:cNvSpPr txBox="1"/>
                <p:nvPr/>
              </p:nvSpPr>
              <p:spPr>
                <a:xfrm>
                  <a:off x="4451928" y="1155515"/>
                  <a:ext cx="28405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63FE360-2059-423C-81F1-6F26660E6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1928" y="1155515"/>
                  <a:ext cx="284052" cy="24622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ECF432C-D750-4042-B5E4-367C1C3A1D19}"/>
                    </a:ext>
                  </a:extLst>
                </p:cNvPr>
                <p:cNvSpPr txBox="1"/>
                <p:nvPr/>
              </p:nvSpPr>
              <p:spPr>
                <a:xfrm>
                  <a:off x="1090705" y="1158443"/>
                  <a:ext cx="28405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ECF432C-D750-4042-B5E4-367C1C3A1D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705" y="1158443"/>
                  <a:ext cx="284052" cy="24622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F5BDDFA-807B-45F7-9DEB-5177E55CD285}"/>
                    </a:ext>
                  </a:extLst>
                </p:cNvPr>
                <p:cNvSpPr txBox="1"/>
                <p:nvPr/>
              </p:nvSpPr>
              <p:spPr>
                <a:xfrm>
                  <a:off x="2765320" y="2784523"/>
                  <a:ext cx="28405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de-DE" sz="1000" dirty="0">
                    <a:solidFill>
                      <a:schemeClr val="bg1">
                        <a:lumMod val="8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F5BDDFA-807B-45F7-9DEB-5177E55CD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5320" y="2784523"/>
                  <a:ext cx="284052" cy="246221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49CBF85-BE7B-4C83-B421-B704907369C6}"/>
                    </a:ext>
                  </a:extLst>
                </p:cNvPr>
                <p:cNvSpPr txBox="1"/>
                <p:nvPr/>
              </p:nvSpPr>
              <p:spPr>
                <a:xfrm>
                  <a:off x="2469067" y="2505558"/>
                  <a:ext cx="28405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b="0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de-DE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49CBF85-BE7B-4C83-B421-B70490736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067" y="2505558"/>
                  <a:ext cx="284052" cy="24622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Gerade Verbindung 34">
            <a:extLst>
              <a:ext uri="{FF2B5EF4-FFF2-40B4-BE49-F238E27FC236}">
                <a16:creationId xmlns:a16="http://schemas.microsoft.com/office/drawing/2014/main" id="{8927A10A-6F60-4C24-B22C-2731171571C0}"/>
              </a:ext>
            </a:extLst>
          </p:cNvPr>
          <p:cNvCxnSpPr>
            <a:cxnSpLocks/>
          </p:cNvCxnSpPr>
          <p:nvPr/>
        </p:nvCxnSpPr>
        <p:spPr>
          <a:xfrm flipH="1">
            <a:off x="1211647" y="1512341"/>
            <a:ext cx="102120" cy="108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4">
            <a:extLst>
              <a:ext uri="{FF2B5EF4-FFF2-40B4-BE49-F238E27FC236}">
                <a16:creationId xmlns:a16="http://schemas.microsoft.com/office/drawing/2014/main" id="{37278096-A29E-4EBA-A1AB-8DAF6ADECFE3}"/>
              </a:ext>
            </a:extLst>
          </p:cNvPr>
          <p:cNvCxnSpPr>
            <a:cxnSpLocks/>
          </p:cNvCxnSpPr>
          <p:nvPr/>
        </p:nvCxnSpPr>
        <p:spPr>
          <a:xfrm flipH="1" flipV="1">
            <a:off x="4380115" y="1529665"/>
            <a:ext cx="104659" cy="99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96A51DA-2975-5AA3-60CF-AC9A1852909B}"/>
                  </a:ext>
                </a:extLst>
              </p:cNvPr>
              <p:cNvSpPr txBox="1"/>
              <p:nvPr/>
            </p:nvSpPr>
            <p:spPr>
              <a:xfrm>
                <a:off x="2839886" y="62675"/>
                <a:ext cx="2919564" cy="488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8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800" b="0" i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de-DE" sz="8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8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≔</m:t>
                    </m:r>
                    <m:d>
                      <m:dPr>
                        <m:begChr m:val="{"/>
                        <m:endChr m:val="}"/>
                        <m:ctrlPr>
                          <a:rPr lang="de-DE" sz="8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800" i="1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de-DE" sz="800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800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de-DE" sz="800" b="0" i="1" smtClean="0">
                                              <a:solidFill>
                                                <a:schemeClr val="tx1">
                                                  <a:lumMod val="50000"/>
                                                  <a:lumOff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de-DE" sz="800" b="0" i="1" smtClean="0">
                                              <a:solidFill>
                                                <a:schemeClr val="tx1">
                                                  <a:lumMod val="50000"/>
                                                  <a:lumOff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lang="de-DE" sz="800" i="1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800" i="1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de-DE" sz="800" i="1">
                                              <a:solidFill>
                                                <a:schemeClr val="tx1">
                                                  <a:lumMod val="50000"/>
                                                  <a:lumOff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de-DE" sz="800" i="1">
                                              <a:solidFill>
                                                <a:schemeClr val="tx1">
                                                  <a:lumMod val="50000"/>
                                                  <a:lumOff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r>
                          <a:rPr lang="de-DE" sz="8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800" i="1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sz="8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sz="800" i="1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800" i="1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de-DE" sz="800" i="1">
                                              <a:solidFill>
                                                <a:schemeClr val="tx1">
                                                  <a:lumMod val="50000"/>
                                                  <a:lumOff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de-DE" sz="800" i="1">
                                              <a:solidFill>
                                                <a:schemeClr val="tx1">
                                                  <a:lumMod val="50000"/>
                                                  <a:lumOff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  <m:mr>
                                <m:e>
                                  <m:r>
                                    <a:rPr lang="de-DE" sz="8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f>
                                    <m:fPr>
                                      <m:ctrlPr>
                                        <a:rPr lang="de-DE" sz="800" i="1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800" i="1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de-DE" sz="800" i="1">
                                              <a:solidFill>
                                                <a:schemeClr val="tx1">
                                                  <a:lumMod val="50000"/>
                                                  <a:lumOff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de-DE" sz="800" i="1">
                                              <a:solidFill>
                                                <a:schemeClr val="tx1">
                                                  <a:lumMod val="50000"/>
                                                  <a:lumOff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r>
                  <a:rPr lang="de-DE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DE" sz="8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⇒ </m:t>
                    </m:r>
                    <m:r>
                      <a:rPr lang="de-DE" sz="8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8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sSubPr>
                            <m:ctrlP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8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8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sz="8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8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de-DE" sz="8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8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8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8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de-DE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de-DE" sz="800" dirty="0"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96A51DA-2975-5AA3-60CF-AC9A18529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886" y="62675"/>
                <a:ext cx="2919564" cy="488660"/>
              </a:xfrm>
              <a:prstGeom prst="rect">
                <a:avLst/>
              </a:prstGeom>
              <a:blipFill>
                <a:blip r:embed="rId23"/>
                <a:stretch>
                  <a:fillRect t="-10000" b="-312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45441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Benutzerdefiniert</PresentationFormat>
  <Paragraphs>22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Larissa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Ostwald, Dirk</dc:creator>
  <cp:lastModifiedBy>Dirk Ostwald</cp:lastModifiedBy>
  <cp:revision>19</cp:revision>
  <dcterms:created xsi:type="dcterms:W3CDTF">2014-05-07T11:53:12Z</dcterms:created>
  <dcterms:modified xsi:type="dcterms:W3CDTF">2025-12-30T12:04:39Z</dcterms:modified>
</cp:coreProperties>
</file>