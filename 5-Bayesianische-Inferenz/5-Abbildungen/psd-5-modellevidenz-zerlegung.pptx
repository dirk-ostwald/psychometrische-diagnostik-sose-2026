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7559675" cy="2879725"/>
  <p:notesSz cx="6858000" cy="9144000"/>
  <p:defaultTextStyle>
    <a:defPPr>
      <a:defRPr lang="en-US"/>
    </a:defPPr>
    <a:lvl1pPr marL="0" algn="l" defTabSz="773132" rtl="0" eaLnBrk="1" latinLnBrk="0" hangingPunct="1">
      <a:defRPr sz="1522" kern="1200">
        <a:solidFill>
          <a:schemeClr val="tx1"/>
        </a:solidFill>
        <a:latin typeface="+mn-lt"/>
        <a:ea typeface="+mn-ea"/>
        <a:cs typeface="+mn-cs"/>
      </a:defRPr>
    </a:lvl1pPr>
    <a:lvl2pPr marL="386566" algn="l" defTabSz="773132" rtl="0" eaLnBrk="1" latinLnBrk="0" hangingPunct="1">
      <a:defRPr sz="1522" kern="1200">
        <a:solidFill>
          <a:schemeClr val="tx1"/>
        </a:solidFill>
        <a:latin typeface="+mn-lt"/>
        <a:ea typeface="+mn-ea"/>
        <a:cs typeface="+mn-cs"/>
      </a:defRPr>
    </a:lvl2pPr>
    <a:lvl3pPr marL="773132" algn="l" defTabSz="773132" rtl="0" eaLnBrk="1" latinLnBrk="0" hangingPunct="1">
      <a:defRPr sz="1522" kern="1200">
        <a:solidFill>
          <a:schemeClr val="tx1"/>
        </a:solidFill>
        <a:latin typeface="+mn-lt"/>
        <a:ea typeface="+mn-ea"/>
        <a:cs typeface="+mn-cs"/>
      </a:defRPr>
    </a:lvl3pPr>
    <a:lvl4pPr marL="1159699" algn="l" defTabSz="773132" rtl="0" eaLnBrk="1" latinLnBrk="0" hangingPunct="1">
      <a:defRPr sz="1522" kern="1200">
        <a:solidFill>
          <a:schemeClr val="tx1"/>
        </a:solidFill>
        <a:latin typeface="+mn-lt"/>
        <a:ea typeface="+mn-ea"/>
        <a:cs typeface="+mn-cs"/>
      </a:defRPr>
    </a:lvl4pPr>
    <a:lvl5pPr marL="1546265" algn="l" defTabSz="773132" rtl="0" eaLnBrk="1" latinLnBrk="0" hangingPunct="1">
      <a:defRPr sz="1522" kern="1200">
        <a:solidFill>
          <a:schemeClr val="tx1"/>
        </a:solidFill>
        <a:latin typeface="+mn-lt"/>
        <a:ea typeface="+mn-ea"/>
        <a:cs typeface="+mn-cs"/>
      </a:defRPr>
    </a:lvl5pPr>
    <a:lvl6pPr marL="1932831" algn="l" defTabSz="773132" rtl="0" eaLnBrk="1" latinLnBrk="0" hangingPunct="1">
      <a:defRPr sz="1522" kern="1200">
        <a:solidFill>
          <a:schemeClr val="tx1"/>
        </a:solidFill>
        <a:latin typeface="+mn-lt"/>
        <a:ea typeface="+mn-ea"/>
        <a:cs typeface="+mn-cs"/>
      </a:defRPr>
    </a:lvl6pPr>
    <a:lvl7pPr marL="2319397" algn="l" defTabSz="773132" rtl="0" eaLnBrk="1" latinLnBrk="0" hangingPunct="1">
      <a:defRPr sz="1522" kern="1200">
        <a:solidFill>
          <a:schemeClr val="tx1"/>
        </a:solidFill>
        <a:latin typeface="+mn-lt"/>
        <a:ea typeface="+mn-ea"/>
        <a:cs typeface="+mn-cs"/>
      </a:defRPr>
    </a:lvl7pPr>
    <a:lvl8pPr marL="2705964" algn="l" defTabSz="773132" rtl="0" eaLnBrk="1" latinLnBrk="0" hangingPunct="1">
      <a:defRPr sz="1522" kern="1200">
        <a:solidFill>
          <a:schemeClr val="tx1"/>
        </a:solidFill>
        <a:latin typeface="+mn-lt"/>
        <a:ea typeface="+mn-ea"/>
        <a:cs typeface="+mn-cs"/>
      </a:defRPr>
    </a:lvl8pPr>
    <a:lvl9pPr marL="3092531" algn="l" defTabSz="773132" rtl="0" eaLnBrk="1" latinLnBrk="0" hangingPunct="1">
      <a:defRPr sz="152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07" userDrawn="1">
          <p15:clr>
            <a:srgbClr val="A4A3A4"/>
          </p15:clr>
        </p15:guide>
        <p15:guide id="2" pos="23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95" d="100"/>
          <a:sy n="195" d="100"/>
        </p:scale>
        <p:origin x="156" y="582"/>
      </p:cViewPr>
      <p:guideLst>
        <p:guide orient="horz" pos="907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66976" y="894583"/>
            <a:ext cx="6425723" cy="61727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33952" y="1631845"/>
            <a:ext cx="5291773" cy="73592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DCE7-64F0-4EFC-BDDF-CBB0E854F774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C0FD7-7169-4599-B4AB-327A720810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519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DCE7-64F0-4EFC-BDDF-CBB0E854F774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C0FD7-7169-4599-B4AB-327A720810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87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7163" y="1850493"/>
            <a:ext cx="6425723" cy="57194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97163" y="1220552"/>
            <a:ext cx="6425723" cy="6299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DCE7-64F0-4EFC-BDDF-CBB0E854F774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C0FD7-7169-4599-B4AB-327A720810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14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77984" y="671938"/>
            <a:ext cx="3338857" cy="190048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842836" y="671938"/>
            <a:ext cx="3338857" cy="190048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DCE7-64F0-4EFC-BDDF-CBB0E854F774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C0FD7-7169-4599-B4AB-327A720810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50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77984" y="644605"/>
            <a:ext cx="3340170" cy="26864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77984" y="913247"/>
            <a:ext cx="3340170" cy="16591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3840211" y="644605"/>
            <a:ext cx="3341482" cy="26864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3840211" y="913247"/>
            <a:ext cx="3341482" cy="16591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DCE7-64F0-4EFC-BDDF-CBB0E854F774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C0FD7-7169-4599-B4AB-327A720810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3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DCE7-64F0-4EFC-BDDF-CBB0E854F774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C0FD7-7169-4599-B4AB-327A720810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75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DCE7-64F0-4EFC-BDDF-CBB0E854F774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C0FD7-7169-4599-B4AB-327A720810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139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77986" y="114657"/>
            <a:ext cx="2487081" cy="48795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955622" y="114658"/>
            <a:ext cx="4226069" cy="245776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77986" y="602610"/>
            <a:ext cx="2487081" cy="19698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DCE7-64F0-4EFC-BDDF-CBB0E854F774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C0FD7-7169-4599-B4AB-327A720810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93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1749" y="2015809"/>
            <a:ext cx="4535805" cy="2379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481749" y="257310"/>
            <a:ext cx="4535805" cy="172783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481749" y="2253785"/>
            <a:ext cx="4535805" cy="33796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DCE7-64F0-4EFC-BDDF-CBB0E854F774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C0FD7-7169-4599-B4AB-327A720810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09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DCE7-64F0-4EFC-BDDF-CBB0E854F774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C0FD7-7169-4599-B4AB-327A720810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15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5480764" y="115324"/>
            <a:ext cx="1700927" cy="2457099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377984" y="115324"/>
            <a:ext cx="4976786" cy="2457099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DCE7-64F0-4EFC-BDDF-CBB0E854F774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C0FD7-7169-4599-B4AB-327A720810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357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77984" y="115324"/>
            <a:ext cx="6803707" cy="4799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77984" y="671938"/>
            <a:ext cx="6803707" cy="1900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377984" y="2669080"/>
            <a:ext cx="1763924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ADCE7-64F0-4EFC-BDDF-CBB0E854F774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582890" y="2669080"/>
            <a:ext cx="2393897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417768" y="2669080"/>
            <a:ext cx="1763924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C0FD7-7169-4599-B4AB-327A720810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52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hteck 1"/>
              <p:cNvSpPr/>
              <p:nvPr/>
            </p:nvSpPr>
            <p:spPr>
              <a:xfrm>
                <a:off x="143433" y="71710"/>
                <a:ext cx="7272808" cy="10801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e-DE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ln</m:t>
                          </m:r>
                        </m:fName>
                        <m:e>
                          <m:r>
                            <a:rPr lang="de-DE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𝑝</m:t>
                          </m:r>
                          <m:r>
                            <a:rPr lang="de-DE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de-DE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de-DE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de-DE" sz="26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de-DE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6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ln</m:t>
                          </m:r>
                        </m:fName>
                        <m:e>
                          <m:r>
                            <a:rPr lang="de-DE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∫</m:t>
                          </m:r>
                          <m:r>
                            <a:rPr lang="de-DE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𝑝</m:t>
                          </m:r>
                          <m:r>
                            <a:rPr lang="de-DE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de-DE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de-DE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de-DE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de-DE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de-DE" sz="2600" i="1">
                          <a:solidFill>
                            <a:schemeClr val="tx1"/>
                          </a:solidFill>
                          <a:latin typeface="Cambria Math"/>
                        </a:rPr>
                        <m:t>𝑑</m:t>
                      </m:r>
                      <m:r>
                        <a:rPr lang="de-DE" sz="2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de-DE" sz="2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Rechteck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33" y="71710"/>
                <a:ext cx="7272808" cy="10801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hteck 2"/>
              <p:cNvSpPr/>
              <p:nvPr/>
            </p:nvSpPr>
            <p:spPr>
              <a:xfrm>
                <a:off x="143433" y="1511870"/>
                <a:ext cx="2088232" cy="10801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25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ELBO</m:t>
                      </m:r>
                      <m:d>
                        <m:dPr>
                          <m:ctrlPr>
                            <a:rPr lang="de-DE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5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𝑞</m:t>
                          </m:r>
                          <m:d>
                            <m:dPr>
                              <m:ctrlPr>
                                <a:rPr lang="de-DE" sz="2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de-DE" sz="25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Rechteck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33" y="1511870"/>
                <a:ext cx="2088232" cy="10801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hteck 3"/>
              <p:cNvSpPr/>
              <p:nvPr/>
            </p:nvSpPr>
            <p:spPr>
              <a:xfrm>
                <a:off x="2231665" y="1511870"/>
                <a:ext cx="5184576" cy="10801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2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KL</m:t>
                      </m:r>
                      <m:r>
                        <a:rPr lang="de-DE" sz="2600" i="1">
                          <a:solidFill>
                            <a:schemeClr val="tx1"/>
                          </a:solidFill>
                          <a:latin typeface="Cambria Math"/>
                        </a:rPr>
                        <m:t>(</m:t>
                      </m:r>
                      <m:r>
                        <a:rPr lang="de-DE" sz="2600" i="1">
                          <a:solidFill>
                            <a:schemeClr val="tx1"/>
                          </a:solidFill>
                          <a:latin typeface="Cambria Math"/>
                        </a:rPr>
                        <m:t>𝑞</m:t>
                      </m:r>
                      <m:r>
                        <a:rPr lang="de-DE" sz="2600" i="1">
                          <a:solidFill>
                            <a:schemeClr val="tx1"/>
                          </a:solidFill>
                          <a:latin typeface="Cambria Math"/>
                        </a:rPr>
                        <m:t>(</m:t>
                      </m:r>
                      <m:r>
                        <a:rPr lang="de-DE" sz="2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de-DE" sz="2600" i="1">
                          <a:solidFill>
                            <a:schemeClr val="tx1"/>
                          </a:solidFill>
                          <a:latin typeface="Cambria Math"/>
                        </a:rPr>
                        <m:t>)|</m:t>
                      </m:r>
                      <m:d>
                        <m:dPr>
                          <m:begChr m:val="|"/>
                          <m:ctrlPr>
                            <a:rPr lang="de-DE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de-DE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de-DE" sz="2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Rechteck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665" y="1511870"/>
                <a:ext cx="5184576" cy="10801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7529828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Benutzerdefiniert</PresentationFormat>
  <Paragraphs>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Larissa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Ostwald, Dirk</dc:creator>
  <cp:lastModifiedBy>Dirk Ostwald</cp:lastModifiedBy>
  <cp:revision>6</cp:revision>
  <dcterms:created xsi:type="dcterms:W3CDTF">2015-02-11T06:59:58Z</dcterms:created>
  <dcterms:modified xsi:type="dcterms:W3CDTF">2022-09-29T05:13:22Z</dcterms:modified>
</cp:coreProperties>
</file>