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8" r:id="rId2"/>
  </p:sldIdLst>
  <p:sldSz cx="8999538" cy="3600450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65" autoAdjust="0"/>
    <p:restoredTop sz="94660"/>
  </p:normalViewPr>
  <p:slideViewPr>
    <p:cSldViewPr snapToGrid="0">
      <p:cViewPr varScale="1">
        <p:scale>
          <a:sx n="166" d="100"/>
          <a:sy n="166" d="100"/>
        </p:scale>
        <p:origin x="16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4942" y="589241"/>
            <a:ext cx="674965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1891070"/>
            <a:ext cx="6749654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7037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562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897613"/>
            <a:ext cx="7762102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2409468"/>
            <a:ext cx="7762102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8240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958453"/>
            <a:ext cx="3824804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958453"/>
            <a:ext cx="3824804" cy="228445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174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191691"/>
            <a:ext cx="7762102" cy="695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882610"/>
            <a:ext cx="380722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1315164"/>
            <a:ext cx="3807226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6" y="882610"/>
            <a:ext cx="382597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6" y="1315164"/>
            <a:ext cx="3825976" cy="19344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770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412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284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40030"/>
            <a:ext cx="2902585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518398"/>
            <a:ext cx="4556016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080135"/>
            <a:ext cx="2902585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3198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240030"/>
            <a:ext cx="2902585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518398"/>
            <a:ext cx="4556016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1080135"/>
            <a:ext cx="2902585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803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78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191691"/>
            <a:ext cx="1940525" cy="30512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8" y="191691"/>
            <a:ext cx="5709082" cy="30512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062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191691"/>
            <a:ext cx="7762102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958453"/>
            <a:ext cx="7762102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3337084"/>
            <a:ext cx="202489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1A6A7-50F4-463B-910E-CFAB06BEAEBD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3337084"/>
            <a:ext cx="3037344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3337084"/>
            <a:ext cx="202489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413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>
            <a:extLst>
              <a:ext uri="{FF2B5EF4-FFF2-40B4-BE49-F238E27FC236}">
                <a16:creationId xmlns:a16="http://schemas.microsoft.com/office/drawing/2014/main" id="{F0136DC6-5EB5-40C8-9C0A-DA7B449FD943}"/>
              </a:ext>
            </a:extLst>
          </p:cNvPr>
          <p:cNvSpPr/>
          <p:nvPr/>
        </p:nvSpPr>
        <p:spPr>
          <a:xfrm>
            <a:off x="6141308" y="790588"/>
            <a:ext cx="2105244" cy="210524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5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9EDB9D-C105-4C7C-8937-DF0B5031694B}"/>
              </a:ext>
            </a:extLst>
          </p:cNvPr>
          <p:cNvSpPr/>
          <p:nvPr/>
        </p:nvSpPr>
        <p:spPr>
          <a:xfrm>
            <a:off x="3035735" y="789187"/>
            <a:ext cx="2105244" cy="2105244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77D499E-70B1-4C58-917A-F0D3B9F7C907}"/>
                  </a:ext>
                </a:extLst>
              </p:cNvPr>
              <p:cNvSpPr txBox="1"/>
              <p:nvPr/>
            </p:nvSpPr>
            <p:spPr>
              <a:xfrm>
                <a:off x="3404472" y="2081230"/>
                <a:ext cx="307777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≿</m:t>
                      </m:r>
                    </m:oMath>
                  </m:oMathPara>
                </a14:m>
                <a:endParaRPr lang="de-DE" sz="25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77D499E-70B1-4C58-917A-F0D3B9F7C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472" y="2081230"/>
                <a:ext cx="307777" cy="384721"/>
              </a:xfrm>
              <a:prstGeom prst="rect">
                <a:avLst/>
              </a:prstGeom>
              <a:blipFill>
                <a:blip r:embed="rId2"/>
                <a:stretch>
                  <a:fillRect l="-25490" r="-23529" b="-78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2A3E59E-EA4C-4C9B-AB52-8D47D60D801D}"/>
              </a:ext>
            </a:extLst>
          </p:cNvPr>
          <p:cNvSpPr txBox="1"/>
          <p:nvPr/>
        </p:nvSpPr>
        <p:spPr>
          <a:xfrm>
            <a:off x="6382442" y="1206111"/>
            <a:ext cx="5261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7.55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F5940E-78D8-4CF1-964F-765123154A3C}"/>
              </a:ext>
            </a:extLst>
          </p:cNvPr>
          <p:cNvSpPr txBox="1"/>
          <p:nvPr/>
        </p:nvSpPr>
        <p:spPr>
          <a:xfrm>
            <a:off x="7361151" y="1152809"/>
            <a:ext cx="5261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1.49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AC3D80-5965-461A-93D7-A588D4B3B8E8}"/>
              </a:ext>
            </a:extLst>
          </p:cNvPr>
          <p:cNvSpPr txBox="1"/>
          <p:nvPr/>
        </p:nvSpPr>
        <p:spPr>
          <a:xfrm>
            <a:off x="6752995" y="1839215"/>
            <a:ext cx="5261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3.14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B32C0BE-E2F9-4578-9495-4744980C5F1C}"/>
              </a:ext>
            </a:extLst>
          </p:cNvPr>
          <p:cNvSpPr txBox="1"/>
          <p:nvPr/>
        </p:nvSpPr>
        <p:spPr>
          <a:xfrm>
            <a:off x="6766075" y="2143878"/>
            <a:ext cx="5261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1.23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1AE99F-EDEE-4876-ACF4-E47BD80760EF}"/>
              </a:ext>
            </a:extLst>
          </p:cNvPr>
          <p:cNvSpPr txBox="1"/>
          <p:nvPr/>
        </p:nvSpPr>
        <p:spPr>
          <a:xfrm>
            <a:off x="7193930" y="2454207"/>
            <a:ext cx="5261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9.67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297B20-F611-4EC4-8F61-D23FDD4FD766}"/>
              </a:ext>
            </a:extLst>
          </p:cNvPr>
          <p:cNvSpPr txBox="1"/>
          <p:nvPr/>
        </p:nvSpPr>
        <p:spPr>
          <a:xfrm>
            <a:off x="7593767" y="1604687"/>
            <a:ext cx="5261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2.71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45D858-5A38-4A4A-9446-864256C97934}"/>
              </a:ext>
            </a:extLst>
          </p:cNvPr>
          <p:cNvSpPr txBox="1"/>
          <p:nvPr/>
        </p:nvSpPr>
        <p:spPr>
          <a:xfrm>
            <a:off x="6257296" y="1876666"/>
            <a:ext cx="5261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0.23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056A28-6861-4D54-8A33-4D7DF986969C}"/>
              </a:ext>
            </a:extLst>
          </p:cNvPr>
          <p:cNvSpPr txBox="1"/>
          <p:nvPr/>
        </p:nvSpPr>
        <p:spPr>
          <a:xfrm>
            <a:off x="6886629" y="945535"/>
            <a:ext cx="5261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6.98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C1544C4-3A38-46DF-88C0-AFF02DF3F563}"/>
                  </a:ext>
                </a:extLst>
              </p:cNvPr>
              <p:cNvSpPr txBox="1"/>
              <p:nvPr/>
            </p:nvSpPr>
            <p:spPr>
              <a:xfrm>
                <a:off x="6507446" y="2222008"/>
                <a:ext cx="312586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5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de-DE" sz="25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C1544C4-3A38-46DF-88C0-AFF02DF3F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446" y="2222008"/>
                <a:ext cx="312586" cy="384721"/>
              </a:xfrm>
              <a:prstGeom prst="rect">
                <a:avLst/>
              </a:prstGeom>
              <a:blipFill>
                <a:blip r:embed="rId3"/>
                <a:stretch>
                  <a:fillRect l="-23077" r="-23077" b="-111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7F504914-187B-4B68-895B-F0903AF43DC7}"/>
              </a:ext>
            </a:extLst>
          </p:cNvPr>
          <p:cNvSpPr txBox="1"/>
          <p:nvPr/>
        </p:nvSpPr>
        <p:spPr>
          <a:xfrm>
            <a:off x="2900643" y="321916"/>
            <a:ext cx="247535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Qualitatives Relationssystem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21744D-6B00-4E15-8880-B1313F0C0EE1}"/>
              </a:ext>
            </a:extLst>
          </p:cNvPr>
          <p:cNvSpPr txBox="1"/>
          <p:nvPr/>
        </p:nvSpPr>
        <p:spPr>
          <a:xfrm>
            <a:off x="5895337" y="321916"/>
            <a:ext cx="259718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Quantitatives Relationssystem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EF2FDB-8E8B-4014-AD28-132D73D11895}"/>
              </a:ext>
            </a:extLst>
          </p:cNvPr>
          <p:cNvSpPr txBox="1"/>
          <p:nvPr/>
        </p:nvSpPr>
        <p:spPr>
          <a:xfrm>
            <a:off x="2714423" y="2998962"/>
            <a:ext cx="27478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(Menge, Relationen, Operationen)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FB0347B-3CA3-47A1-B13D-6B5AC6DE4FA1}"/>
              </a:ext>
            </a:extLst>
          </p:cNvPr>
          <p:cNvSpPr txBox="1"/>
          <p:nvPr/>
        </p:nvSpPr>
        <p:spPr>
          <a:xfrm>
            <a:off x="5819996" y="3001805"/>
            <a:ext cx="27478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(Menge, Relationen, Operationen)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2B8204E-20B6-46E8-B202-1BEEB9CC9936}"/>
              </a:ext>
            </a:extLst>
          </p:cNvPr>
          <p:cNvCxnSpPr>
            <a:cxnSpLocks/>
            <a:stCxn id="40" idx="6"/>
            <a:endCxn id="38" idx="2"/>
          </p:cNvCxnSpPr>
          <p:nvPr/>
        </p:nvCxnSpPr>
        <p:spPr>
          <a:xfrm>
            <a:off x="5140980" y="1841810"/>
            <a:ext cx="1000329" cy="14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63">
            <a:extLst>
              <a:ext uri="{FF2B5EF4-FFF2-40B4-BE49-F238E27FC236}">
                <a16:creationId xmlns:a16="http://schemas.microsoft.com/office/drawing/2014/main" id="{74255839-55FB-D348-6DBB-8DEA40A90033}"/>
              </a:ext>
            </a:extLst>
          </p:cNvPr>
          <p:cNvSpPr txBox="1"/>
          <p:nvPr/>
        </p:nvSpPr>
        <p:spPr>
          <a:xfrm>
            <a:off x="6898902" y="2395500"/>
            <a:ext cx="192360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3000" dirty="0">
                <a:latin typeface="+mj-lt"/>
                <a:ea typeface="Cambria Math" panose="02040503050406030204" pitchFamily="18" charset="0"/>
              </a:rPr>
              <a:t>+</a:t>
            </a:r>
            <a:endParaRPr lang="de-DE" sz="3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63">
                <a:extLst>
                  <a:ext uri="{FF2B5EF4-FFF2-40B4-BE49-F238E27FC236}">
                    <a16:creationId xmlns:a16="http://schemas.microsoft.com/office/drawing/2014/main" id="{4F83DAA7-2FD7-E9E8-2F60-F8BCE689D757}"/>
                  </a:ext>
                </a:extLst>
              </p:cNvPr>
              <p:cNvSpPr txBox="1"/>
              <p:nvPr/>
            </p:nvSpPr>
            <p:spPr>
              <a:xfrm>
                <a:off x="3673206" y="2342764"/>
                <a:ext cx="256480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000" i="1">
                          <a:latin typeface="Cambria Math" panose="02040503050406030204" pitchFamily="18" charset="0"/>
                        </a:rPr>
                        <m:t>∘</m:t>
                      </m:r>
                    </m:oMath>
                  </m:oMathPara>
                </a14:m>
                <a:endParaRPr lang="de-DE" sz="3000" dirty="0"/>
              </a:p>
            </p:txBody>
          </p:sp>
        </mc:Choice>
        <mc:Fallback xmlns="">
          <p:sp>
            <p:nvSpPr>
              <p:cNvPr id="5" name="TextBox 63">
                <a:extLst>
                  <a:ext uri="{FF2B5EF4-FFF2-40B4-BE49-F238E27FC236}">
                    <a16:creationId xmlns:a16="http://schemas.microsoft.com/office/drawing/2014/main" id="{4F83DAA7-2FD7-E9E8-2F60-F8BCE689D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206" y="2342764"/>
                <a:ext cx="25648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3B214694-D4B9-44F6-A43F-3191E52420A8}"/>
              </a:ext>
            </a:extLst>
          </p:cNvPr>
          <p:cNvSpPr txBox="1"/>
          <p:nvPr/>
        </p:nvSpPr>
        <p:spPr>
          <a:xfrm>
            <a:off x="4828936" y="684959"/>
            <a:ext cx="1635384" cy="3231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Homomorphismus</a:t>
            </a:r>
          </a:p>
        </p:txBody>
      </p:sp>
      <p:sp>
        <p:nvSpPr>
          <p:cNvPr id="2" name="Zylinder 1">
            <a:extLst>
              <a:ext uri="{FF2B5EF4-FFF2-40B4-BE49-F238E27FC236}">
                <a16:creationId xmlns:a16="http://schemas.microsoft.com/office/drawing/2014/main" id="{B41A5215-1710-7E41-65F2-6FD781FA626D}"/>
              </a:ext>
            </a:extLst>
          </p:cNvPr>
          <p:cNvSpPr/>
          <p:nvPr/>
        </p:nvSpPr>
        <p:spPr>
          <a:xfrm rot="3754666">
            <a:off x="3399949" y="1148286"/>
            <a:ext cx="83875" cy="323165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Zylinder 2">
            <a:extLst>
              <a:ext uri="{FF2B5EF4-FFF2-40B4-BE49-F238E27FC236}">
                <a16:creationId xmlns:a16="http://schemas.microsoft.com/office/drawing/2014/main" id="{FF1C2C93-EDEA-0884-23DA-738ECE3EAF79}"/>
              </a:ext>
            </a:extLst>
          </p:cNvPr>
          <p:cNvSpPr/>
          <p:nvPr/>
        </p:nvSpPr>
        <p:spPr>
          <a:xfrm rot="5822065">
            <a:off x="4115180" y="736173"/>
            <a:ext cx="83875" cy="719465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Zylinder 5">
            <a:extLst>
              <a:ext uri="{FF2B5EF4-FFF2-40B4-BE49-F238E27FC236}">
                <a16:creationId xmlns:a16="http://schemas.microsoft.com/office/drawing/2014/main" id="{3490F0B7-202C-55EA-63C4-EAFE3DB1BCEC}"/>
              </a:ext>
            </a:extLst>
          </p:cNvPr>
          <p:cNvSpPr/>
          <p:nvPr/>
        </p:nvSpPr>
        <p:spPr>
          <a:xfrm rot="4022943">
            <a:off x="3329847" y="1425907"/>
            <a:ext cx="83875" cy="481120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Zylinder 7">
            <a:extLst>
              <a:ext uri="{FF2B5EF4-FFF2-40B4-BE49-F238E27FC236}">
                <a16:creationId xmlns:a16="http://schemas.microsoft.com/office/drawing/2014/main" id="{2EED52E5-FF08-1DC0-78AE-5438EBFBD1FF}"/>
              </a:ext>
            </a:extLst>
          </p:cNvPr>
          <p:cNvSpPr/>
          <p:nvPr/>
        </p:nvSpPr>
        <p:spPr>
          <a:xfrm rot="3754666">
            <a:off x="4017254" y="1214347"/>
            <a:ext cx="83875" cy="205044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Zylinder 8">
            <a:extLst>
              <a:ext uri="{FF2B5EF4-FFF2-40B4-BE49-F238E27FC236}">
                <a16:creationId xmlns:a16="http://schemas.microsoft.com/office/drawing/2014/main" id="{91C87C66-4D96-9A7A-D247-64981F255DDA}"/>
              </a:ext>
            </a:extLst>
          </p:cNvPr>
          <p:cNvSpPr/>
          <p:nvPr/>
        </p:nvSpPr>
        <p:spPr>
          <a:xfrm rot="3754666">
            <a:off x="4027069" y="1507790"/>
            <a:ext cx="83875" cy="754451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Zylinder 9">
            <a:extLst>
              <a:ext uri="{FF2B5EF4-FFF2-40B4-BE49-F238E27FC236}">
                <a16:creationId xmlns:a16="http://schemas.microsoft.com/office/drawing/2014/main" id="{24B3B191-CD8A-D4F0-E0AD-27DEE4D83E80}"/>
              </a:ext>
            </a:extLst>
          </p:cNvPr>
          <p:cNvSpPr/>
          <p:nvPr/>
        </p:nvSpPr>
        <p:spPr>
          <a:xfrm rot="3275043">
            <a:off x="4402327" y="1349104"/>
            <a:ext cx="83875" cy="1080171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Zylinder 10">
            <a:extLst>
              <a:ext uri="{FF2B5EF4-FFF2-40B4-BE49-F238E27FC236}">
                <a16:creationId xmlns:a16="http://schemas.microsoft.com/office/drawing/2014/main" id="{B858725E-9F2F-0C9E-C33B-8D0D3AB08626}"/>
              </a:ext>
            </a:extLst>
          </p:cNvPr>
          <p:cNvSpPr/>
          <p:nvPr/>
        </p:nvSpPr>
        <p:spPr>
          <a:xfrm rot="3754666">
            <a:off x="4035010" y="2087645"/>
            <a:ext cx="83875" cy="460797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Zylinder 11">
            <a:extLst>
              <a:ext uri="{FF2B5EF4-FFF2-40B4-BE49-F238E27FC236}">
                <a16:creationId xmlns:a16="http://schemas.microsoft.com/office/drawing/2014/main" id="{D8160347-8E65-5E14-86B7-5DCABF9F0762}"/>
              </a:ext>
            </a:extLst>
          </p:cNvPr>
          <p:cNvSpPr/>
          <p:nvPr/>
        </p:nvSpPr>
        <p:spPr>
          <a:xfrm rot="5834354">
            <a:off x="4253887" y="2492274"/>
            <a:ext cx="83875" cy="306879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Zylinder 12">
            <a:extLst>
              <a:ext uri="{FF2B5EF4-FFF2-40B4-BE49-F238E27FC236}">
                <a16:creationId xmlns:a16="http://schemas.microsoft.com/office/drawing/2014/main" id="{9144C4A5-36A3-3819-BCDA-2A71AF737F13}"/>
              </a:ext>
            </a:extLst>
          </p:cNvPr>
          <p:cNvSpPr/>
          <p:nvPr/>
        </p:nvSpPr>
        <p:spPr>
          <a:xfrm rot="6051833">
            <a:off x="4328160" y="1240004"/>
            <a:ext cx="83875" cy="205044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Zylinder 13">
            <a:extLst>
              <a:ext uri="{FF2B5EF4-FFF2-40B4-BE49-F238E27FC236}">
                <a16:creationId xmlns:a16="http://schemas.microsoft.com/office/drawing/2014/main" id="{A3CFDB0E-F3DE-444D-4F22-5A3040D4140A}"/>
              </a:ext>
            </a:extLst>
          </p:cNvPr>
          <p:cNvSpPr/>
          <p:nvPr/>
        </p:nvSpPr>
        <p:spPr>
          <a:xfrm rot="4859496">
            <a:off x="3677689" y="1613560"/>
            <a:ext cx="83875" cy="429061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Zylinder 14">
            <a:extLst>
              <a:ext uri="{FF2B5EF4-FFF2-40B4-BE49-F238E27FC236}">
                <a16:creationId xmlns:a16="http://schemas.microsoft.com/office/drawing/2014/main" id="{2134FCD2-C25F-0C62-C3F2-2E20AE4E0421}"/>
              </a:ext>
            </a:extLst>
          </p:cNvPr>
          <p:cNvSpPr/>
          <p:nvPr/>
        </p:nvSpPr>
        <p:spPr>
          <a:xfrm rot="7562024">
            <a:off x="4536621" y="2365690"/>
            <a:ext cx="83875" cy="205044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Zylinder 15">
            <a:extLst>
              <a:ext uri="{FF2B5EF4-FFF2-40B4-BE49-F238E27FC236}">
                <a16:creationId xmlns:a16="http://schemas.microsoft.com/office/drawing/2014/main" id="{BF540E4E-A55C-B48D-D134-F864024676AB}"/>
              </a:ext>
            </a:extLst>
          </p:cNvPr>
          <p:cNvSpPr/>
          <p:nvPr/>
        </p:nvSpPr>
        <p:spPr>
          <a:xfrm rot="6345136">
            <a:off x="4704957" y="1955424"/>
            <a:ext cx="83875" cy="205044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Zylinder 16">
            <a:extLst>
              <a:ext uri="{FF2B5EF4-FFF2-40B4-BE49-F238E27FC236}">
                <a16:creationId xmlns:a16="http://schemas.microsoft.com/office/drawing/2014/main" id="{B27DB64C-B931-DFAA-4CF7-CEAFF323A292}"/>
              </a:ext>
            </a:extLst>
          </p:cNvPr>
          <p:cNvSpPr/>
          <p:nvPr/>
        </p:nvSpPr>
        <p:spPr>
          <a:xfrm rot="3754666">
            <a:off x="3355781" y="1879778"/>
            <a:ext cx="83875" cy="205044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Zylinder 20">
            <a:extLst>
              <a:ext uri="{FF2B5EF4-FFF2-40B4-BE49-F238E27FC236}">
                <a16:creationId xmlns:a16="http://schemas.microsoft.com/office/drawing/2014/main" id="{A3247903-CDE6-8730-0FB2-7BE56364C788}"/>
              </a:ext>
            </a:extLst>
          </p:cNvPr>
          <p:cNvSpPr/>
          <p:nvPr/>
        </p:nvSpPr>
        <p:spPr>
          <a:xfrm rot="5987113">
            <a:off x="3627781" y="1315412"/>
            <a:ext cx="83875" cy="323165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Zylinder 21">
            <a:extLst>
              <a:ext uri="{FF2B5EF4-FFF2-40B4-BE49-F238E27FC236}">
                <a16:creationId xmlns:a16="http://schemas.microsoft.com/office/drawing/2014/main" id="{DE0B1ADA-A482-D9CA-8E69-C99C474D1FEB}"/>
              </a:ext>
            </a:extLst>
          </p:cNvPr>
          <p:cNvSpPr/>
          <p:nvPr/>
        </p:nvSpPr>
        <p:spPr>
          <a:xfrm rot="5834354">
            <a:off x="4206421" y="1302744"/>
            <a:ext cx="83875" cy="473546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Zylinder 22">
            <a:extLst>
              <a:ext uri="{FF2B5EF4-FFF2-40B4-BE49-F238E27FC236}">
                <a16:creationId xmlns:a16="http://schemas.microsoft.com/office/drawing/2014/main" id="{FD6FE071-7CD4-A8AE-38DF-78A8FEDCA918}"/>
              </a:ext>
            </a:extLst>
          </p:cNvPr>
          <p:cNvSpPr/>
          <p:nvPr/>
        </p:nvSpPr>
        <p:spPr>
          <a:xfrm rot="3869772">
            <a:off x="4446591" y="2136687"/>
            <a:ext cx="83875" cy="306879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Zylinder 23">
            <a:extLst>
              <a:ext uri="{FF2B5EF4-FFF2-40B4-BE49-F238E27FC236}">
                <a16:creationId xmlns:a16="http://schemas.microsoft.com/office/drawing/2014/main" id="{BA520863-3149-ABA9-84CA-54BA187B5CB6}"/>
              </a:ext>
            </a:extLst>
          </p:cNvPr>
          <p:cNvSpPr/>
          <p:nvPr/>
        </p:nvSpPr>
        <p:spPr>
          <a:xfrm rot="3869772">
            <a:off x="4687211" y="1254750"/>
            <a:ext cx="83875" cy="306879"/>
          </a:xfrm>
          <a:prstGeom prst="can">
            <a:avLst/>
          </a:prstGeom>
          <a:solidFill>
            <a:schemeClr val="bg1">
              <a:lumMod val="85000"/>
            </a:schemeClr>
          </a:solidFill>
          <a:ln w="31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Box 57">
            <a:extLst>
              <a:ext uri="{FF2B5EF4-FFF2-40B4-BE49-F238E27FC236}">
                <a16:creationId xmlns:a16="http://schemas.microsoft.com/office/drawing/2014/main" id="{35EC55FC-464A-D15D-500B-0BE0E09AD4AE}"/>
              </a:ext>
            </a:extLst>
          </p:cNvPr>
          <p:cNvSpPr txBox="1"/>
          <p:nvPr/>
        </p:nvSpPr>
        <p:spPr>
          <a:xfrm>
            <a:off x="7305261" y="1863043"/>
            <a:ext cx="5261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1.00</a:t>
            </a:r>
          </a:p>
        </p:txBody>
      </p:sp>
      <p:sp>
        <p:nvSpPr>
          <p:cNvPr id="26" name="TextBox 58">
            <a:extLst>
              <a:ext uri="{FF2B5EF4-FFF2-40B4-BE49-F238E27FC236}">
                <a16:creationId xmlns:a16="http://schemas.microsoft.com/office/drawing/2014/main" id="{2B7324E0-52FA-E6E7-A397-E94FCF6B063D}"/>
              </a:ext>
            </a:extLst>
          </p:cNvPr>
          <p:cNvSpPr txBox="1"/>
          <p:nvPr/>
        </p:nvSpPr>
        <p:spPr>
          <a:xfrm>
            <a:off x="7393849" y="2136830"/>
            <a:ext cx="5261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12.8</a:t>
            </a:r>
          </a:p>
        </p:txBody>
      </p:sp>
      <p:sp>
        <p:nvSpPr>
          <p:cNvPr id="18" name="TextBox 29">
            <a:extLst>
              <a:ext uri="{FF2B5EF4-FFF2-40B4-BE49-F238E27FC236}">
                <a16:creationId xmlns:a16="http://schemas.microsoft.com/office/drawing/2014/main" id="{6CCD7947-5094-A8FF-900F-92C71D5F0352}"/>
              </a:ext>
            </a:extLst>
          </p:cNvPr>
          <p:cNvSpPr txBox="1"/>
          <p:nvPr/>
        </p:nvSpPr>
        <p:spPr>
          <a:xfrm>
            <a:off x="6412366" y="1525671"/>
            <a:ext cx="5261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8.15</a:t>
            </a:r>
          </a:p>
        </p:txBody>
      </p:sp>
      <p:sp>
        <p:nvSpPr>
          <p:cNvPr id="27" name="TextBox 62">
            <a:extLst>
              <a:ext uri="{FF2B5EF4-FFF2-40B4-BE49-F238E27FC236}">
                <a16:creationId xmlns:a16="http://schemas.microsoft.com/office/drawing/2014/main" id="{114DE07D-4469-3E93-C013-6B7B3FCE8E75}"/>
              </a:ext>
            </a:extLst>
          </p:cNvPr>
          <p:cNvSpPr txBox="1"/>
          <p:nvPr/>
        </p:nvSpPr>
        <p:spPr>
          <a:xfrm>
            <a:off x="6886629" y="1305850"/>
            <a:ext cx="5261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1.71</a:t>
            </a:r>
          </a:p>
        </p:txBody>
      </p:sp>
      <p:sp>
        <p:nvSpPr>
          <p:cNvPr id="28" name="TextBox 60">
            <a:extLst>
              <a:ext uri="{FF2B5EF4-FFF2-40B4-BE49-F238E27FC236}">
                <a16:creationId xmlns:a16="http://schemas.microsoft.com/office/drawing/2014/main" id="{53F00060-B5CA-18F0-9F54-7D5A9D25FFA4}"/>
              </a:ext>
            </a:extLst>
          </p:cNvPr>
          <p:cNvSpPr txBox="1"/>
          <p:nvPr/>
        </p:nvSpPr>
        <p:spPr>
          <a:xfrm>
            <a:off x="6964434" y="1580010"/>
            <a:ext cx="5261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0.89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0CBF3DF7-85F5-6AC5-0D82-D5BA87CD7545}"/>
              </a:ext>
            </a:extLst>
          </p:cNvPr>
          <p:cNvCxnSpPr/>
          <p:nvPr/>
        </p:nvCxnSpPr>
        <p:spPr>
          <a:xfrm>
            <a:off x="2537506" y="306320"/>
            <a:ext cx="0" cy="3085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rafik 34" descr="Ein Bild, das Metall, Stahl, Schraube, Reihe enthält.&#10;&#10;Automatisch generierte Beschreibung">
            <a:extLst>
              <a:ext uri="{FF2B5EF4-FFF2-40B4-BE49-F238E27FC236}">
                <a16:creationId xmlns:a16="http://schemas.microsoft.com/office/drawing/2014/main" id="{63FF0281-3593-FBDC-CF84-905BD47CDD9D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583" y="808714"/>
            <a:ext cx="1529064" cy="20387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6" name="TextBox 64">
            <a:extLst>
              <a:ext uri="{FF2B5EF4-FFF2-40B4-BE49-F238E27FC236}">
                <a16:creationId xmlns:a16="http://schemas.microsoft.com/office/drawing/2014/main" id="{B7DF484F-255D-501C-D617-DF9095E6B44F}"/>
              </a:ext>
            </a:extLst>
          </p:cNvPr>
          <p:cNvSpPr txBox="1"/>
          <p:nvPr/>
        </p:nvSpPr>
        <p:spPr>
          <a:xfrm>
            <a:off x="880394" y="361794"/>
            <a:ext cx="8114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5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Realität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6B2F17C1-C99B-3334-1E80-92B1CB810779}"/>
              </a:ext>
            </a:extLst>
          </p:cNvPr>
          <p:cNvCxnSpPr/>
          <p:nvPr/>
        </p:nvCxnSpPr>
        <p:spPr>
          <a:xfrm>
            <a:off x="2235255" y="1828090"/>
            <a:ext cx="611909" cy="0"/>
          </a:xfrm>
          <a:prstGeom prst="straightConnector1">
            <a:avLst/>
          </a:prstGeom>
          <a:ln w="63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224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37</Words>
  <Application>Microsoft Office PowerPoint</Application>
  <PresentationFormat>Benutzerdefiniert</PresentationFormat>
  <Paragraphs>23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CMU Sans Serif</vt:lpstr>
      <vt:lpstr>Office 2013 – 2022-Design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17</cp:revision>
  <cp:lastPrinted>2021-10-19T07:58:02Z</cp:lastPrinted>
  <dcterms:created xsi:type="dcterms:W3CDTF">2021-10-15T06:13:51Z</dcterms:created>
  <dcterms:modified xsi:type="dcterms:W3CDTF">2026-03-13T07:17:47Z</dcterms:modified>
</cp:coreProperties>
</file>