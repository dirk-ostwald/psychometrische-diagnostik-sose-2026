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75200" cy="8686800"/>
  <p:notesSz cx="17475200" cy="8686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-2334" y="-12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2692908"/>
            <a:ext cx="14853920" cy="1824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4864608"/>
            <a:ext cx="12232640" cy="2171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1997964"/>
            <a:ext cx="7601712" cy="5733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1997964"/>
            <a:ext cx="7601712" cy="5733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9685" y="498633"/>
            <a:ext cx="5486400" cy="1918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1997964"/>
            <a:ext cx="15727680" cy="57332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8078724"/>
            <a:ext cx="5592064" cy="43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8078724"/>
            <a:ext cx="4019296" cy="43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8078724"/>
            <a:ext cx="4019296" cy="43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9685" y="498633"/>
            <a:ext cx="5486400" cy="19183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61658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4855"/>
              </a:spcBef>
            </a:pPr>
            <a:r>
              <a:rPr spc="-10" dirty="0"/>
              <a:t>Modellformulierung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99685" y="3376136"/>
            <a:ext cx="5486400" cy="19183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520700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4100"/>
              </a:spcBef>
            </a:pPr>
            <a:r>
              <a:rPr sz="4400" spc="-10" dirty="0">
                <a:latin typeface="Arial"/>
                <a:cs typeface="Arial"/>
              </a:rPr>
              <a:t>Modellschätzung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99685" y="6253638"/>
            <a:ext cx="5486400" cy="191833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616585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4855"/>
              </a:spcBef>
            </a:pPr>
            <a:r>
              <a:rPr sz="4400" spc="-10" dirty="0">
                <a:latin typeface="Arial"/>
                <a:cs typeface="Arial"/>
              </a:rPr>
              <a:t>Modellevaluation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70085" y="0"/>
            <a:ext cx="15198090" cy="8670925"/>
            <a:chOff x="2270085" y="0"/>
            <a:chExt cx="15198090" cy="8670925"/>
          </a:xfrm>
        </p:grpSpPr>
        <p:sp>
          <p:nvSpPr>
            <p:cNvPr id="7" name="object 7"/>
            <p:cNvSpPr/>
            <p:nvPr/>
          </p:nvSpPr>
          <p:spPr>
            <a:xfrm>
              <a:off x="2818725" y="19049"/>
              <a:ext cx="14630400" cy="8632825"/>
            </a:xfrm>
            <a:custGeom>
              <a:avLst/>
              <a:gdLst/>
              <a:ahLst/>
              <a:cxnLst/>
              <a:rect l="l" t="t" r="r" b="b"/>
              <a:pathLst>
                <a:path w="14630400" h="8632825">
                  <a:moveTo>
                    <a:pt x="0" y="8632507"/>
                  </a:moveTo>
                  <a:lnTo>
                    <a:pt x="0" y="0"/>
                  </a:lnTo>
                  <a:lnTo>
                    <a:pt x="14630400" y="0"/>
                  </a:lnTo>
                  <a:lnTo>
                    <a:pt x="14630400" y="8632507"/>
                  </a:lnTo>
                  <a:lnTo>
                    <a:pt x="0" y="863250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70085" y="4335303"/>
              <a:ext cx="890905" cy="0"/>
            </a:xfrm>
            <a:custGeom>
              <a:avLst/>
              <a:gdLst/>
              <a:ahLst/>
              <a:cxnLst/>
              <a:rect l="l" t="t" r="r" b="b"/>
              <a:pathLst>
                <a:path w="890905">
                  <a:moveTo>
                    <a:pt x="0" y="0"/>
                  </a:moveTo>
                  <a:lnTo>
                    <a:pt x="89090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49865" y="4216240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79">
                  <a:moveTo>
                    <a:pt x="0" y="0"/>
                  </a:moveTo>
                  <a:lnTo>
                    <a:pt x="317496" y="119062"/>
                  </a:lnTo>
                  <a:lnTo>
                    <a:pt x="111128" y="119062"/>
                  </a:lnTo>
                  <a:lnTo>
                    <a:pt x="0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9868" y="4335303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79">
                  <a:moveTo>
                    <a:pt x="317496" y="0"/>
                  </a:moveTo>
                  <a:lnTo>
                    <a:pt x="0" y="119062"/>
                  </a:lnTo>
                  <a:lnTo>
                    <a:pt x="111118" y="0"/>
                  </a:lnTo>
                  <a:lnTo>
                    <a:pt x="317496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9868" y="4216240"/>
              <a:ext cx="317500" cy="238125"/>
            </a:xfrm>
            <a:custGeom>
              <a:avLst/>
              <a:gdLst/>
              <a:ahLst/>
              <a:cxnLst/>
              <a:rect l="l" t="t" r="r" b="b"/>
              <a:pathLst>
                <a:path w="317500" h="238125">
                  <a:moveTo>
                    <a:pt x="0" y="238125"/>
                  </a:moveTo>
                  <a:lnTo>
                    <a:pt x="111118" y="119062"/>
                  </a:lnTo>
                  <a:lnTo>
                    <a:pt x="0" y="0"/>
                  </a:lnTo>
                  <a:lnTo>
                    <a:pt x="317496" y="119062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02404" y="4335303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0" y="0"/>
                  </a:moveTo>
                  <a:lnTo>
                    <a:pt x="70802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99305" y="4216240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79">
                  <a:moveTo>
                    <a:pt x="0" y="0"/>
                  </a:moveTo>
                  <a:lnTo>
                    <a:pt x="317496" y="119062"/>
                  </a:lnTo>
                  <a:lnTo>
                    <a:pt x="111128" y="119062"/>
                  </a:lnTo>
                  <a:lnTo>
                    <a:pt x="0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99307" y="4335303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79">
                  <a:moveTo>
                    <a:pt x="317496" y="0"/>
                  </a:moveTo>
                  <a:lnTo>
                    <a:pt x="0" y="119062"/>
                  </a:lnTo>
                  <a:lnTo>
                    <a:pt x="111118" y="0"/>
                  </a:lnTo>
                  <a:lnTo>
                    <a:pt x="317496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999307" y="4216240"/>
              <a:ext cx="317500" cy="238125"/>
            </a:xfrm>
            <a:custGeom>
              <a:avLst/>
              <a:gdLst/>
              <a:ahLst/>
              <a:cxnLst/>
              <a:rect l="l" t="t" r="r" b="b"/>
              <a:pathLst>
                <a:path w="317500" h="238125">
                  <a:moveTo>
                    <a:pt x="0" y="238125"/>
                  </a:moveTo>
                  <a:lnTo>
                    <a:pt x="111118" y="119062"/>
                  </a:lnTo>
                  <a:lnTo>
                    <a:pt x="0" y="0"/>
                  </a:lnTo>
                  <a:lnTo>
                    <a:pt x="317496" y="119062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42885" y="2512885"/>
              <a:ext cx="0" cy="561340"/>
            </a:xfrm>
            <a:custGeom>
              <a:avLst/>
              <a:gdLst/>
              <a:ahLst/>
              <a:cxnLst/>
              <a:rect l="l" t="t" r="r" b="b"/>
              <a:pathLst>
                <a:path h="561339">
                  <a:moveTo>
                    <a:pt x="0" y="0"/>
                  </a:moveTo>
                  <a:lnTo>
                    <a:pt x="0" y="56095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242885" y="2962719"/>
              <a:ext cx="119380" cy="317500"/>
            </a:xfrm>
            <a:custGeom>
              <a:avLst/>
              <a:gdLst/>
              <a:ahLst/>
              <a:cxnLst/>
              <a:rect l="l" t="t" r="r" b="b"/>
              <a:pathLst>
                <a:path w="119380" h="317500">
                  <a:moveTo>
                    <a:pt x="119062" y="0"/>
                  </a:moveTo>
                  <a:lnTo>
                    <a:pt x="0" y="317496"/>
                  </a:lnTo>
                  <a:lnTo>
                    <a:pt x="0" y="111128"/>
                  </a:lnTo>
                  <a:lnTo>
                    <a:pt x="119062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123822" y="2962722"/>
              <a:ext cx="119380" cy="317500"/>
            </a:xfrm>
            <a:custGeom>
              <a:avLst/>
              <a:gdLst/>
              <a:ahLst/>
              <a:cxnLst/>
              <a:rect l="l" t="t" r="r" b="b"/>
              <a:pathLst>
                <a:path w="119380" h="317500">
                  <a:moveTo>
                    <a:pt x="119062" y="317496"/>
                  </a:moveTo>
                  <a:lnTo>
                    <a:pt x="0" y="0"/>
                  </a:lnTo>
                  <a:lnTo>
                    <a:pt x="119062" y="111118"/>
                  </a:lnTo>
                  <a:lnTo>
                    <a:pt x="119062" y="317496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123822" y="2962722"/>
              <a:ext cx="238125" cy="317500"/>
            </a:xfrm>
            <a:custGeom>
              <a:avLst/>
              <a:gdLst/>
              <a:ahLst/>
              <a:cxnLst/>
              <a:rect l="l" t="t" r="r" b="b"/>
              <a:pathLst>
                <a:path w="238125" h="317500">
                  <a:moveTo>
                    <a:pt x="119062" y="317496"/>
                  </a:moveTo>
                  <a:lnTo>
                    <a:pt x="0" y="0"/>
                  </a:lnTo>
                  <a:lnTo>
                    <a:pt x="119062" y="111118"/>
                  </a:lnTo>
                  <a:lnTo>
                    <a:pt x="238125" y="0"/>
                  </a:lnTo>
                  <a:lnTo>
                    <a:pt x="119062" y="317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42885" y="5390387"/>
              <a:ext cx="0" cy="561340"/>
            </a:xfrm>
            <a:custGeom>
              <a:avLst/>
              <a:gdLst/>
              <a:ahLst/>
              <a:cxnLst/>
              <a:rect l="l" t="t" r="r" b="b"/>
              <a:pathLst>
                <a:path h="561339">
                  <a:moveTo>
                    <a:pt x="0" y="0"/>
                  </a:moveTo>
                  <a:lnTo>
                    <a:pt x="0" y="56095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42885" y="5840221"/>
              <a:ext cx="119380" cy="317500"/>
            </a:xfrm>
            <a:custGeom>
              <a:avLst/>
              <a:gdLst/>
              <a:ahLst/>
              <a:cxnLst/>
              <a:rect l="l" t="t" r="r" b="b"/>
              <a:pathLst>
                <a:path w="119380" h="317500">
                  <a:moveTo>
                    <a:pt x="119062" y="0"/>
                  </a:moveTo>
                  <a:lnTo>
                    <a:pt x="0" y="317496"/>
                  </a:lnTo>
                  <a:lnTo>
                    <a:pt x="0" y="111128"/>
                  </a:lnTo>
                  <a:lnTo>
                    <a:pt x="119062" y="0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123822" y="5840225"/>
              <a:ext cx="119380" cy="317500"/>
            </a:xfrm>
            <a:custGeom>
              <a:avLst/>
              <a:gdLst/>
              <a:ahLst/>
              <a:cxnLst/>
              <a:rect l="l" t="t" r="r" b="b"/>
              <a:pathLst>
                <a:path w="119380" h="317500">
                  <a:moveTo>
                    <a:pt x="119062" y="317496"/>
                  </a:moveTo>
                  <a:lnTo>
                    <a:pt x="0" y="0"/>
                  </a:lnTo>
                  <a:lnTo>
                    <a:pt x="119062" y="111118"/>
                  </a:lnTo>
                  <a:lnTo>
                    <a:pt x="119062" y="317496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23822" y="5840225"/>
              <a:ext cx="238125" cy="317500"/>
            </a:xfrm>
            <a:custGeom>
              <a:avLst/>
              <a:gdLst/>
              <a:ahLst/>
              <a:cxnLst/>
              <a:rect l="l" t="t" r="r" b="b"/>
              <a:pathLst>
                <a:path w="238125" h="317500">
                  <a:moveTo>
                    <a:pt x="119062" y="317496"/>
                  </a:moveTo>
                  <a:lnTo>
                    <a:pt x="0" y="0"/>
                  </a:lnTo>
                  <a:lnTo>
                    <a:pt x="119062" y="111118"/>
                  </a:lnTo>
                  <a:lnTo>
                    <a:pt x="238125" y="0"/>
                  </a:lnTo>
                  <a:lnTo>
                    <a:pt x="119062" y="317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375343" y="1553717"/>
              <a:ext cx="708025" cy="0"/>
            </a:xfrm>
            <a:custGeom>
              <a:avLst/>
              <a:gdLst/>
              <a:ahLst/>
              <a:cxnLst/>
              <a:rect l="l" t="t" r="r" b="b"/>
              <a:pathLst>
                <a:path w="708025">
                  <a:moveTo>
                    <a:pt x="70802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168968" y="1553717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80">
                  <a:moveTo>
                    <a:pt x="317496" y="119062"/>
                  </a:moveTo>
                  <a:lnTo>
                    <a:pt x="0" y="0"/>
                  </a:lnTo>
                  <a:lnTo>
                    <a:pt x="206368" y="0"/>
                  </a:lnTo>
                  <a:lnTo>
                    <a:pt x="317496" y="119062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68965" y="1434655"/>
              <a:ext cx="317500" cy="119380"/>
            </a:xfrm>
            <a:custGeom>
              <a:avLst/>
              <a:gdLst/>
              <a:ahLst/>
              <a:cxnLst/>
              <a:rect l="l" t="t" r="r" b="b"/>
              <a:pathLst>
                <a:path w="317500" h="119380">
                  <a:moveTo>
                    <a:pt x="0" y="119062"/>
                  </a:moveTo>
                  <a:lnTo>
                    <a:pt x="317496" y="0"/>
                  </a:lnTo>
                  <a:lnTo>
                    <a:pt x="206378" y="119062"/>
                  </a:lnTo>
                  <a:lnTo>
                    <a:pt x="0" y="119062"/>
                  </a:lnTo>
                </a:path>
              </a:pathLst>
            </a:custGeom>
            <a:ln w="6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168965" y="1434655"/>
              <a:ext cx="317500" cy="238125"/>
            </a:xfrm>
            <a:custGeom>
              <a:avLst/>
              <a:gdLst/>
              <a:ahLst/>
              <a:cxnLst/>
              <a:rect l="l" t="t" r="r" b="b"/>
              <a:pathLst>
                <a:path w="317500" h="238125">
                  <a:moveTo>
                    <a:pt x="317496" y="238125"/>
                  </a:moveTo>
                  <a:lnTo>
                    <a:pt x="0" y="119062"/>
                  </a:lnTo>
                  <a:lnTo>
                    <a:pt x="317496" y="0"/>
                  </a:lnTo>
                  <a:lnTo>
                    <a:pt x="206378" y="119062"/>
                  </a:lnTo>
                  <a:lnTo>
                    <a:pt x="317496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083365" y="1553717"/>
              <a:ext cx="0" cy="5659120"/>
            </a:xfrm>
            <a:custGeom>
              <a:avLst/>
              <a:gdLst/>
              <a:ahLst/>
              <a:cxnLst/>
              <a:rect l="l" t="t" r="r" b="b"/>
              <a:pathLst>
                <a:path h="5659120">
                  <a:moveTo>
                    <a:pt x="0" y="0"/>
                  </a:moveTo>
                  <a:lnTo>
                    <a:pt x="0" y="56590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168965" y="7212806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561" y="3932251"/>
            <a:ext cx="192023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Arial"/>
                <a:cs typeface="Arial"/>
              </a:rPr>
              <a:t>Realität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19780" y="7611770"/>
            <a:ext cx="4592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Arial"/>
                <a:cs typeface="Arial"/>
              </a:rPr>
              <a:t>Naturwissenschaft</a:t>
            </a:r>
            <a:endParaRPr sz="4400">
              <a:latin typeface="Arial"/>
              <a:cs typeface="Arial"/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4DE7E18-E8BA-F4BD-BFF7-CB866F812A09}"/>
              </a:ext>
            </a:extLst>
          </p:cNvPr>
          <p:cNvSpPr/>
          <p:nvPr/>
        </p:nvSpPr>
        <p:spPr>
          <a:xfrm>
            <a:off x="3873586" y="3215510"/>
            <a:ext cx="2172232" cy="217223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1A907423-3013-5864-6279-19ACDF251302}"/>
              </a:ext>
            </a:extLst>
          </p:cNvPr>
          <p:cNvSpPr/>
          <p:nvPr/>
        </p:nvSpPr>
        <p:spPr>
          <a:xfrm>
            <a:off x="6854515" y="3217132"/>
            <a:ext cx="2170610" cy="217061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object 12">
            <a:extLst>
              <a:ext uri="{FF2B5EF4-FFF2-40B4-BE49-F238E27FC236}">
                <a16:creationId xmlns:a16="http://schemas.microsoft.com/office/drawing/2014/main" id="{30D33241-86B2-6421-2D05-8C599690F2D3}"/>
              </a:ext>
            </a:extLst>
          </p:cNvPr>
          <p:cNvSpPr/>
          <p:nvPr/>
        </p:nvSpPr>
        <p:spPr>
          <a:xfrm flipV="1">
            <a:off x="6237264" y="4301626"/>
            <a:ext cx="294000" cy="45719"/>
          </a:xfrm>
          <a:custGeom>
            <a:avLst/>
            <a:gdLst/>
            <a:ahLst/>
            <a:cxnLst/>
            <a:rect l="l" t="t" r="r" b="b"/>
            <a:pathLst>
              <a:path w="708025">
                <a:moveTo>
                  <a:pt x="0" y="0"/>
                </a:moveTo>
                <a:lnTo>
                  <a:pt x="70802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5">
            <a:extLst>
              <a:ext uri="{FF2B5EF4-FFF2-40B4-BE49-F238E27FC236}">
                <a16:creationId xmlns:a16="http://schemas.microsoft.com/office/drawing/2014/main" id="{CCA56FDF-D506-7FB3-56C9-795343C1C891}"/>
              </a:ext>
            </a:extLst>
          </p:cNvPr>
          <p:cNvSpPr/>
          <p:nvPr/>
        </p:nvSpPr>
        <p:spPr>
          <a:xfrm>
            <a:off x="6405878" y="4224337"/>
            <a:ext cx="317500" cy="238125"/>
          </a:xfrm>
          <a:custGeom>
            <a:avLst/>
            <a:gdLst/>
            <a:ahLst/>
            <a:cxnLst/>
            <a:rect l="l" t="t" r="r" b="b"/>
            <a:pathLst>
              <a:path w="317500" h="238125">
                <a:moveTo>
                  <a:pt x="0" y="238125"/>
                </a:moveTo>
                <a:lnTo>
                  <a:pt x="111118" y="119062"/>
                </a:lnTo>
                <a:lnTo>
                  <a:pt x="0" y="0"/>
                </a:lnTo>
                <a:lnTo>
                  <a:pt x="317496" y="119062"/>
                </a:lnTo>
                <a:lnTo>
                  <a:pt x="0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30">
            <a:extLst>
              <a:ext uri="{FF2B5EF4-FFF2-40B4-BE49-F238E27FC236}">
                <a16:creationId xmlns:a16="http://schemas.microsoft.com/office/drawing/2014/main" id="{96B4FA34-6202-7CAF-C441-587FA9056C47}"/>
              </a:ext>
            </a:extLst>
          </p:cNvPr>
          <p:cNvSpPr txBox="1"/>
          <p:nvPr/>
        </p:nvSpPr>
        <p:spPr>
          <a:xfrm>
            <a:off x="4160417" y="4064381"/>
            <a:ext cx="19202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3000" spc="-10" dirty="0">
                <a:latin typeface="Arial"/>
                <a:cs typeface="Arial"/>
              </a:rPr>
              <a:t>Qualitativ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7" name="object 30">
            <a:extLst>
              <a:ext uri="{FF2B5EF4-FFF2-40B4-BE49-F238E27FC236}">
                <a16:creationId xmlns:a16="http://schemas.microsoft.com/office/drawing/2014/main" id="{B60A9514-E979-AFF3-F8D9-77C00D66884B}"/>
              </a:ext>
            </a:extLst>
          </p:cNvPr>
          <p:cNvSpPr txBox="1"/>
          <p:nvPr/>
        </p:nvSpPr>
        <p:spPr>
          <a:xfrm>
            <a:off x="7045961" y="4064381"/>
            <a:ext cx="19202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z="3000" spc="-10" dirty="0">
                <a:latin typeface="Arial"/>
                <a:cs typeface="Arial"/>
              </a:rPr>
              <a:t>Quantitativ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8" name="object 30">
            <a:extLst>
              <a:ext uri="{FF2B5EF4-FFF2-40B4-BE49-F238E27FC236}">
                <a16:creationId xmlns:a16="http://schemas.microsoft.com/office/drawing/2014/main" id="{461C2961-D313-C531-52D0-4550BD720D70}"/>
              </a:ext>
            </a:extLst>
          </p:cNvPr>
          <p:cNvSpPr txBox="1"/>
          <p:nvPr/>
        </p:nvSpPr>
        <p:spPr>
          <a:xfrm>
            <a:off x="5535433" y="2680176"/>
            <a:ext cx="192023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de-DE" sz="4400" spc="-10" dirty="0">
                <a:latin typeface="Arial"/>
                <a:cs typeface="Arial"/>
              </a:rPr>
              <a:t>Daten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48F13C6-790E-C81D-5ABB-0700C33FBA5F}"/>
              </a:ext>
            </a:extLst>
          </p:cNvPr>
          <p:cNvSpPr/>
          <p:nvPr/>
        </p:nvSpPr>
        <p:spPr>
          <a:xfrm>
            <a:off x="3708400" y="2512886"/>
            <a:ext cx="5574306" cy="308857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Modellformulierung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Dirk Ostwald</dc:creator>
  <cp:lastModifiedBy>Dirk Ostwald</cp:lastModifiedBy>
  <cp:revision>2</cp:revision>
  <dcterms:created xsi:type="dcterms:W3CDTF">2024-12-05T14:25:21Z</dcterms:created>
  <dcterms:modified xsi:type="dcterms:W3CDTF">2026-04-07T04:44:49Z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2021-04-06T00:00:00Z</vt:filetime>
  </property>
  <property fmtid="{D5CDD505-2E9C-101B-9397-08002B2CF9AE}" pid="3" name="LastSaved">
    <vt:filetime>2024-12-05T00:00:00Z</vt:filetime>
  </property>
  <property fmtid="{D5CDD505-2E9C-101B-9397-08002B2CF9AE}" pid="4" name="Producer">
    <vt:lpwstr>Apache FOP Version 2.4.0-SNAPSHOT: PDFDocumentGraphics2D</vt:lpwstr>
  </property>
</Properties>
</file>