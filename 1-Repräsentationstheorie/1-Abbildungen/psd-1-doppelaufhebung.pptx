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8640763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72" d="100"/>
          <a:sy n="172" d="100"/>
        </p:scale>
        <p:origin x="156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930CF-C5BE-4EC3-AF31-24D1C69DEBEA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741613" y="1143000"/>
            <a:ext cx="123412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B4902-4566-4DC4-A751-5C4BB7C7C9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206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B4902-4566-4DC4-A751-5C4BB7C7C9A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650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96" y="353596"/>
            <a:ext cx="6480572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1134809"/>
            <a:ext cx="6480572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70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528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2" y="538647"/>
            <a:ext cx="7452658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2" y="1445894"/>
            <a:ext cx="7452658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017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575157"/>
            <a:ext cx="3672324" cy="13708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575157"/>
            <a:ext cx="3672324" cy="13708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0281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15031"/>
            <a:ext cx="7452658" cy="41761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8" y="529645"/>
            <a:ext cx="3655447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8" y="789215"/>
            <a:ext cx="3655447" cy="116081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6" y="529645"/>
            <a:ext cx="3673450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6" y="789215"/>
            <a:ext cx="3673450" cy="116081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484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41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728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44039"/>
            <a:ext cx="2786871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311085"/>
            <a:ext cx="4374386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648176"/>
            <a:ext cx="2786871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8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144039"/>
            <a:ext cx="2786871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311085"/>
            <a:ext cx="4374386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648176"/>
            <a:ext cx="2786871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407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76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115032"/>
            <a:ext cx="1863165" cy="18309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2" y="115032"/>
            <a:ext cx="5481484" cy="183099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36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115031"/>
            <a:ext cx="7452658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575157"/>
            <a:ext cx="7452658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2002545"/>
            <a:ext cx="1944172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609D1-CCBD-426B-B15E-A9F10CABE9B0}" type="datetimeFigureOut">
              <a:rPr lang="de-DE" smtClean="0"/>
              <a:t>17.03.2026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2002545"/>
            <a:ext cx="2916258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2002545"/>
            <a:ext cx="1944172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8A031-1005-4E38-911B-52DBE32CF9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523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1C89E3ED-B85A-0249-6493-93101FCA48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8916019"/>
                  </p:ext>
                </p:extLst>
              </p:nvPr>
            </p:nvGraphicFramePr>
            <p:xfrm>
              <a:off x="360626" y="292085"/>
              <a:ext cx="1792236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8059">
                      <a:extLst>
                        <a:ext uri="{9D8B030D-6E8A-4147-A177-3AD203B41FA5}">
                          <a16:colId xmlns:a16="http://schemas.microsoft.com/office/drawing/2014/main" val="2997325403"/>
                        </a:ext>
                      </a:extLst>
                    </a:gridCol>
                    <a:gridCol w="448059">
                      <a:extLst>
                        <a:ext uri="{9D8B030D-6E8A-4147-A177-3AD203B41FA5}">
                          <a16:colId xmlns:a16="http://schemas.microsoft.com/office/drawing/2014/main" val="2901714548"/>
                        </a:ext>
                      </a:extLst>
                    </a:gridCol>
                    <a:gridCol w="448059">
                      <a:extLst>
                        <a:ext uri="{9D8B030D-6E8A-4147-A177-3AD203B41FA5}">
                          <a16:colId xmlns:a16="http://schemas.microsoft.com/office/drawing/2014/main" val="3523538843"/>
                        </a:ext>
                      </a:extLst>
                    </a:gridCol>
                    <a:gridCol w="448059">
                      <a:extLst>
                        <a:ext uri="{9D8B030D-6E8A-4147-A177-3AD203B41FA5}">
                          <a16:colId xmlns:a16="http://schemas.microsoft.com/office/drawing/2014/main" val="17720898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888952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8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386471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8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407561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sz="18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019626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1C89E3ED-B85A-0249-6493-93101FCA48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8916019"/>
                  </p:ext>
                </p:extLst>
              </p:nvPr>
            </p:nvGraphicFramePr>
            <p:xfrm>
              <a:off x="360626" y="292085"/>
              <a:ext cx="1792236" cy="14833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48059">
                      <a:extLst>
                        <a:ext uri="{9D8B030D-6E8A-4147-A177-3AD203B41FA5}">
                          <a16:colId xmlns:a16="http://schemas.microsoft.com/office/drawing/2014/main" val="2997325403"/>
                        </a:ext>
                      </a:extLst>
                    </a:gridCol>
                    <a:gridCol w="448059">
                      <a:extLst>
                        <a:ext uri="{9D8B030D-6E8A-4147-A177-3AD203B41FA5}">
                          <a16:colId xmlns:a16="http://schemas.microsoft.com/office/drawing/2014/main" val="2901714548"/>
                        </a:ext>
                      </a:extLst>
                    </a:gridCol>
                    <a:gridCol w="448059">
                      <a:extLst>
                        <a:ext uri="{9D8B030D-6E8A-4147-A177-3AD203B41FA5}">
                          <a16:colId xmlns:a16="http://schemas.microsoft.com/office/drawing/2014/main" val="3523538843"/>
                        </a:ext>
                      </a:extLst>
                    </a:gridCol>
                    <a:gridCol w="448059">
                      <a:extLst>
                        <a:ext uri="{9D8B030D-6E8A-4147-A177-3AD203B41FA5}">
                          <a16:colId xmlns:a16="http://schemas.microsoft.com/office/drawing/2014/main" val="17720898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r="-20000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740" r="-102740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98649" r="-1351" b="-3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88952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98387" r="-300000" b="-198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386471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201639" r="-300000" b="-1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407561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t="-301639" r="-300000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e-D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0196265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7033D74B-D374-2DA4-A05A-48E89CDF827E}"/>
                  </a:ext>
                </a:extLst>
              </p:cNvPr>
              <p:cNvSpPr txBox="1"/>
              <p:nvPr/>
            </p:nvSpPr>
            <p:spPr>
              <a:xfrm>
                <a:off x="2266604" y="386517"/>
                <a:ext cx="6306589" cy="1439753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de-DE" sz="170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17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DE" sz="1700" i="1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≽</m:t>
                    </m:r>
                    <m:d>
                      <m:dPr>
                        <m:ctrlPr>
                          <a:rPr lang="de-DE" sz="17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1700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de-DE" sz="17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de-DE" sz="17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17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e-DE" sz="17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≽</m:t>
                    </m:r>
                    <m:d>
                      <m:dPr>
                        <m:ctrlPr>
                          <a:rPr lang="de-DE" sz="17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DE" sz="17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DE" sz="1700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de-DE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e-DE" sz="1700" i="1">
                        <a:latin typeface="Cambria Math" panose="02040503050406030204" pitchFamily="18" charset="0"/>
                      </a:rPr>
                      <m:t>≽</m:t>
                    </m:r>
                    <m:d>
                      <m:dPr>
                        <m:ctrlPr>
                          <a:rPr lang="de-DE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DE" sz="17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sz="1700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</a:t>
                </a:r>
              </a:p>
              <a:p>
                <a:endParaRPr lang="de-DE" sz="17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  <a:p>
                <a:r>
                  <a:rPr lang="de-DE" sz="17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Damit implizit aber auch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e-DE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≽</m:t>
                    </m:r>
                    <m:d>
                      <m:dPr>
                        <m:ctrlPr>
                          <a:rPr lang="de-DE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sz="17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und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de-DE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≽</m:t>
                    </m:r>
                    <m:d>
                      <m:dPr>
                        <m:ctrlPr>
                          <a:rPr lang="de-DE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de-DE" sz="17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17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de-DE" sz="1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  <a:p>
                <a:endParaRPr lang="de-DE" sz="1700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  <a:p>
                <a14:m>
                  <m:oMath xmlns:m="http://schemas.openxmlformats.org/officeDocument/2006/math">
                    <m:r>
                      <a:rPr lang="de-DE" sz="17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DE" sz="17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„Horizontale Vergleichsinvarianz“ </a:t>
                </a:r>
              </a:p>
            </p:txBody>
          </p:sp>
        </mc:Choice>
        <mc:Fallback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7033D74B-D374-2DA4-A05A-48E89CDF8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604" y="386517"/>
                <a:ext cx="6306589" cy="1439753"/>
              </a:xfrm>
              <a:prstGeom prst="rect">
                <a:avLst/>
              </a:prstGeom>
              <a:blipFill>
                <a:blip r:embed="rId4"/>
                <a:stretch>
                  <a:fillRect l="-579" b="-167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EEC016D9-3A89-D1FB-39B8-7D3B00F796E3}"/>
              </a:ext>
            </a:extLst>
          </p:cNvPr>
          <p:cNvCxnSpPr>
            <a:cxnSpLocks/>
          </p:cNvCxnSpPr>
          <p:nvPr/>
        </p:nvCxnSpPr>
        <p:spPr>
          <a:xfrm>
            <a:off x="1510999" y="851704"/>
            <a:ext cx="441685" cy="38100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1F965CE-BB04-1474-608B-A5559AFB3F9F}"/>
              </a:ext>
            </a:extLst>
          </p:cNvPr>
          <p:cNvCxnSpPr>
            <a:cxnSpLocks/>
          </p:cNvCxnSpPr>
          <p:nvPr/>
        </p:nvCxnSpPr>
        <p:spPr>
          <a:xfrm>
            <a:off x="1058711" y="1232704"/>
            <a:ext cx="452288" cy="38100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9A10713-E729-9B8E-010C-C2EC2D2AF5B2}"/>
              </a:ext>
            </a:extLst>
          </p:cNvPr>
          <p:cNvCxnSpPr>
            <a:cxnSpLocks/>
          </p:cNvCxnSpPr>
          <p:nvPr/>
        </p:nvCxnSpPr>
        <p:spPr>
          <a:xfrm>
            <a:off x="1058711" y="851704"/>
            <a:ext cx="893973" cy="76200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488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34</Words>
  <Application>Microsoft Office PowerPoint</Application>
  <PresentationFormat>Benutzerdefiniert</PresentationFormat>
  <Paragraphs>12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3</cp:revision>
  <dcterms:created xsi:type="dcterms:W3CDTF">2026-03-04T06:01:49Z</dcterms:created>
  <dcterms:modified xsi:type="dcterms:W3CDTF">2026-03-17T10:34:04Z</dcterms:modified>
</cp:coreProperties>
</file>