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sldIdLst>
    <p:sldId id="256" r:id="rId2"/>
  </p:sldIdLst>
  <p:sldSz cx="7920038" cy="540067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25" d="100"/>
          <a:sy n="125" d="100"/>
        </p:scale>
        <p:origin x="1716" y="3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94003" y="883861"/>
            <a:ext cx="6732032" cy="1880235"/>
          </a:xfrm>
        </p:spPr>
        <p:txBody>
          <a:bodyPr anchor="b"/>
          <a:lstStyle>
            <a:lvl1pPr algn="ctr">
              <a:defRPr sz="4725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90005" y="2836605"/>
            <a:ext cx="5940029" cy="1303913"/>
          </a:xfrm>
        </p:spPr>
        <p:txBody>
          <a:bodyPr/>
          <a:lstStyle>
            <a:lvl1pPr marL="0" indent="0" algn="ctr">
              <a:buNone/>
              <a:defRPr sz="1890"/>
            </a:lvl1pPr>
            <a:lvl2pPr marL="360045" indent="0" algn="ctr">
              <a:buNone/>
              <a:defRPr sz="1575"/>
            </a:lvl2pPr>
            <a:lvl3pPr marL="720090" indent="0" algn="ctr">
              <a:buNone/>
              <a:defRPr sz="1418"/>
            </a:lvl3pPr>
            <a:lvl4pPr marL="1080135" indent="0" algn="ctr">
              <a:buNone/>
              <a:defRPr sz="1260"/>
            </a:lvl4pPr>
            <a:lvl5pPr marL="1440180" indent="0" algn="ctr">
              <a:buNone/>
              <a:defRPr sz="1260"/>
            </a:lvl5pPr>
            <a:lvl6pPr marL="1800225" indent="0" algn="ctr">
              <a:buNone/>
              <a:defRPr sz="1260"/>
            </a:lvl6pPr>
            <a:lvl7pPr marL="2160270" indent="0" algn="ctr">
              <a:buNone/>
              <a:defRPr sz="1260"/>
            </a:lvl7pPr>
            <a:lvl8pPr marL="2520315" indent="0" algn="ctr">
              <a:buNone/>
              <a:defRPr sz="1260"/>
            </a:lvl8pPr>
            <a:lvl9pPr marL="2880360" indent="0" algn="ctr">
              <a:buNone/>
              <a:defRPr sz="1260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BD19B9-C162-478F-AE02-6674601534B8}" type="datetimeFigureOut">
              <a:rPr lang="de-DE" smtClean="0"/>
              <a:t>06.01.2026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74C0D-3650-444C-B26B-752199137F8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120061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BD19B9-C162-478F-AE02-6674601534B8}" type="datetimeFigureOut">
              <a:rPr lang="de-DE" smtClean="0"/>
              <a:t>06.01.2026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74C0D-3650-444C-B26B-752199137F8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461518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0378" y="1346420"/>
            <a:ext cx="6831033" cy="2246530"/>
          </a:xfrm>
        </p:spPr>
        <p:txBody>
          <a:bodyPr anchor="b"/>
          <a:lstStyle>
            <a:lvl1pPr>
              <a:defRPr sz="4725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0378" y="3614203"/>
            <a:ext cx="6831033" cy="1181397"/>
          </a:xfrm>
        </p:spPr>
        <p:txBody>
          <a:bodyPr/>
          <a:lstStyle>
            <a:lvl1pPr marL="0" indent="0">
              <a:buNone/>
              <a:defRPr sz="1890">
                <a:solidFill>
                  <a:schemeClr val="tx1"/>
                </a:solidFill>
              </a:defRPr>
            </a:lvl1pPr>
            <a:lvl2pPr marL="360045" indent="0">
              <a:buNone/>
              <a:defRPr sz="1575">
                <a:solidFill>
                  <a:schemeClr val="tx1">
                    <a:tint val="75000"/>
                  </a:schemeClr>
                </a:solidFill>
              </a:defRPr>
            </a:lvl2pPr>
            <a:lvl3pPr marL="720090" indent="0">
              <a:buNone/>
              <a:defRPr sz="1418">
                <a:solidFill>
                  <a:schemeClr val="tx1">
                    <a:tint val="75000"/>
                  </a:schemeClr>
                </a:solidFill>
              </a:defRPr>
            </a:lvl3pPr>
            <a:lvl4pPr marL="1080135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4pPr>
            <a:lvl5pPr marL="1440180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5pPr>
            <a:lvl6pPr marL="1800225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6pPr>
            <a:lvl7pPr marL="2160270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7pPr>
            <a:lvl8pPr marL="2520315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8pPr>
            <a:lvl9pPr marL="2880360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BD19B9-C162-478F-AE02-6674601534B8}" type="datetimeFigureOut">
              <a:rPr lang="de-DE" smtClean="0"/>
              <a:t>06.01.2026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74C0D-3650-444C-B26B-752199137F8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471246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4503" y="1437680"/>
            <a:ext cx="3366016" cy="3426679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09519" y="1437680"/>
            <a:ext cx="3366016" cy="3426679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BD19B9-C162-478F-AE02-6674601534B8}" type="datetimeFigureOut">
              <a:rPr lang="de-DE" smtClean="0"/>
              <a:t>06.01.2026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74C0D-3650-444C-B26B-752199137F8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030575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5534" y="287537"/>
            <a:ext cx="6831033" cy="1043881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5535" y="1323916"/>
            <a:ext cx="3350547" cy="648831"/>
          </a:xfrm>
        </p:spPr>
        <p:txBody>
          <a:bodyPr anchor="b"/>
          <a:lstStyle>
            <a:lvl1pPr marL="0" indent="0">
              <a:buNone/>
              <a:defRPr sz="1890" b="1"/>
            </a:lvl1pPr>
            <a:lvl2pPr marL="360045" indent="0">
              <a:buNone/>
              <a:defRPr sz="1575" b="1"/>
            </a:lvl2pPr>
            <a:lvl3pPr marL="720090" indent="0">
              <a:buNone/>
              <a:defRPr sz="1418" b="1"/>
            </a:lvl3pPr>
            <a:lvl4pPr marL="1080135" indent="0">
              <a:buNone/>
              <a:defRPr sz="1260" b="1"/>
            </a:lvl4pPr>
            <a:lvl5pPr marL="1440180" indent="0">
              <a:buNone/>
              <a:defRPr sz="1260" b="1"/>
            </a:lvl5pPr>
            <a:lvl6pPr marL="1800225" indent="0">
              <a:buNone/>
              <a:defRPr sz="1260" b="1"/>
            </a:lvl6pPr>
            <a:lvl7pPr marL="2160270" indent="0">
              <a:buNone/>
              <a:defRPr sz="1260" b="1"/>
            </a:lvl7pPr>
            <a:lvl8pPr marL="2520315" indent="0">
              <a:buNone/>
              <a:defRPr sz="1260" b="1"/>
            </a:lvl8pPr>
            <a:lvl9pPr marL="2880360" indent="0">
              <a:buNone/>
              <a:defRPr sz="126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5535" y="1972747"/>
            <a:ext cx="3350547" cy="2901613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009520" y="1323916"/>
            <a:ext cx="3367048" cy="648831"/>
          </a:xfrm>
        </p:spPr>
        <p:txBody>
          <a:bodyPr anchor="b"/>
          <a:lstStyle>
            <a:lvl1pPr marL="0" indent="0">
              <a:buNone/>
              <a:defRPr sz="1890" b="1"/>
            </a:lvl1pPr>
            <a:lvl2pPr marL="360045" indent="0">
              <a:buNone/>
              <a:defRPr sz="1575" b="1"/>
            </a:lvl2pPr>
            <a:lvl3pPr marL="720090" indent="0">
              <a:buNone/>
              <a:defRPr sz="1418" b="1"/>
            </a:lvl3pPr>
            <a:lvl4pPr marL="1080135" indent="0">
              <a:buNone/>
              <a:defRPr sz="1260" b="1"/>
            </a:lvl4pPr>
            <a:lvl5pPr marL="1440180" indent="0">
              <a:buNone/>
              <a:defRPr sz="1260" b="1"/>
            </a:lvl5pPr>
            <a:lvl6pPr marL="1800225" indent="0">
              <a:buNone/>
              <a:defRPr sz="1260" b="1"/>
            </a:lvl6pPr>
            <a:lvl7pPr marL="2160270" indent="0">
              <a:buNone/>
              <a:defRPr sz="1260" b="1"/>
            </a:lvl7pPr>
            <a:lvl8pPr marL="2520315" indent="0">
              <a:buNone/>
              <a:defRPr sz="1260" b="1"/>
            </a:lvl8pPr>
            <a:lvl9pPr marL="2880360" indent="0">
              <a:buNone/>
              <a:defRPr sz="126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009520" y="1972747"/>
            <a:ext cx="3367048" cy="2901613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BD19B9-C162-478F-AE02-6674601534B8}" type="datetimeFigureOut">
              <a:rPr lang="de-DE" smtClean="0"/>
              <a:t>06.01.2026</a:t>
            </a:fld>
            <a:endParaRPr lang="de-D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74C0D-3650-444C-B26B-752199137F8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079958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BD19B9-C162-478F-AE02-6674601534B8}" type="datetimeFigureOut">
              <a:rPr lang="de-DE" smtClean="0"/>
              <a:t>06.01.2026</a:t>
            </a:fld>
            <a:endParaRPr lang="de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74C0D-3650-444C-B26B-752199137F8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771470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BD19B9-C162-478F-AE02-6674601534B8}" type="datetimeFigureOut">
              <a:rPr lang="de-DE" smtClean="0"/>
              <a:t>06.01.2026</a:t>
            </a:fld>
            <a:endParaRPr lang="de-D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74C0D-3650-444C-B26B-752199137F8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637011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5534" y="360045"/>
            <a:ext cx="2554418" cy="1260158"/>
          </a:xfrm>
        </p:spPr>
        <p:txBody>
          <a:bodyPr anchor="b"/>
          <a:lstStyle>
            <a:lvl1pPr>
              <a:defRPr sz="252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67048" y="777598"/>
            <a:ext cx="4009519" cy="3837980"/>
          </a:xfrm>
        </p:spPr>
        <p:txBody>
          <a:bodyPr/>
          <a:lstStyle>
            <a:lvl1pPr>
              <a:defRPr sz="2520"/>
            </a:lvl1pPr>
            <a:lvl2pPr>
              <a:defRPr sz="2205"/>
            </a:lvl2pPr>
            <a:lvl3pPr>
              <a:defRPr sz="1890"/>
            </a:lvl3pPr>
            <a:lvl4pPr>
              <a:defRPr sz="1575"/>
            </a:lvl4pPr>
            <a:lvl5pPr>
              <a:defRPr sz="1575"/>
            </a:lvl5pPr>
            <a:lvl6pPr>
              <a:defRPr sz="1575"/>
            </a:lvl6pPr>
            <a:lvl7pPr>
              <a:defRPr sz="1575"/>
            </a:lvl7pPr>
            <a:lvl8pPr>
              <a:defRPr sz="1575"/>
            </a:lvl8pPr>
            <a:lvl9pPr>
              <a:defRPr sz="1575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45534" y="1620202"/>
            <a:ext cx="2554418" cy="3001626"/>
          </a:xfrm>
        </p:spPr>
        <p:txBody>
          <a:bodyPr/>
          <a:lstStyle>
            <a:lvl1pPr marL="0" indent="0">
              <a:buNone/>
              <a:defRPr sz="1260"/>
            </a:lvl1pPr>
            <a:lvl2pPr marL="360045" indent="0">
              <a:buNone/>
              <a:defRPr sz="1103"/>
            </a:lvl2pPr>
            <a:lvl3pPr marL="720090" indent="0">
              <a:buNone/>
              <a:defRPr sz="945"/>
            </a:lvl3pPr>
            <a:lvl4pPr marL="1080135" indent="0">
              <a:buNone/>
              <a:defRPr sz="788"/>
            </a:lvl4pPr>
            <a:lvl5pPr marL="1440180" indent="0">
              <a:buNone/>
              <a:defRPr sz="788"/>
            </a:lvl5pPr>
            <a:lvl6pPr marL="1800225" indent="0">
              <a:buNone/>
              <a:defRPr sz="788"/>
            </a:lvl6pPr>
            <a:lvl7pPr marL="2160270" indent="0">
              <a:buNone/>
              <a:defRPr sz="788"/>
            </a:lvl7pPr>
            <a:lvl8pPr marL="2520315" indent="0">
              <a:buNone/>
              <a:defRPr sz="788"/>
            </a:lvl8pPr>
            <a:lvl9pPr marL="2880360" indent="0">
              <a:buNone/>
              <a:defRPr sz="788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BD19B9-C162-478F-AE02-6674601534B8}" type="datetimeFigureOut">
              <a:rPr lang="de-DE" smtClean="0"/>
              <a:t>06.01.2026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74C0D-3650-444C-B26B-752199137F8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080603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5534" y="360045"/>
            <a:ext cx="2554418" cy="1260158"/>
          </a:xfrm>
        </p:spPr>
        <p:txBody>
          <a:bodyPr anchor="b"/>
          <a:lstStyle>
            <a:lvl1pPr>
              <a:defRPr sz="252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367048" y="777598"/>
            <a:ext cx="4009519" cy="3837980"/>
          </a:xfrm>
        </p:spPr>
        <p:txBody>
          <a:bodyPr anchor="t"/>
          <a:lstStyle>
            <a:lvl1pPr marL="0" indent="0">
              <a:buNone/>
              <a:defRPr sz="2520"/>
            </a:lvl1pPr>
            <a:lvl2pPr marL="360045" indent="0">
              <a:buNone/>
              <a:defRPr sz="2205"/>
            </a:lvl2pPr>
            <a:lvl3pPr marL="720090" indent="0">
              <a:buNone/>
              <a:defRPr sz="1890"/>
            </a:lvl3pPr>
            <a:lvl4pPr marL="1080135" indent="0">
              <a:buNone/>
              <a:defRPr sz="1575"/>
            </a:lvl4pPr>
            <a:lvl5pPr marL="1440180" indent="0">
              <a:buNone/>
              <a:defRPr sz="1575"/>
            </a:lvl5pPr>
            <a:lvl6pPr marL="1800225" indent="0">
              <a:buNone/>
              <a:defRPr sz="1575"/>
            </a:lvl6pPr>
            <a:lvl7pPr marL="2160270" indent="0">
              <a:buNone/>
              <a:defRPr sz="1575"/>
            </a:lvl7pPr>
            <a:lvl8pPr marL="2520315" indent="0">
              <a:buNone/>
              <a:defRPr sz="1575"/>
            </a:lvl8pPr>
            <a:lvl9pPr marL="2880360" indent="0">
              <a:buNone/>
              <a:defRPr sz="1575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45534" y="1620202"/>
            <a:ext cx="2554418" cy="3001626"/>
          </a:xfrm>
        </p:spPr>
        <p:txBody>
          <a:bodyPr/>
          <a:lstStyle>
            <a:lvl1pPr marL="0" indent="0">
              <a:buNone/>
              <a:defRPr sz="1260"/>
            </a:lvl1pPr>
            <a:lvl2pPr marL="360045" indent="0">
              <a:buNone/>
              <a:defRPr sz="1103"/>
            </a:lvl2pPr>
            <a:lvl3pPr marL="720090" indent="0">
              <a:buNone/>
              <a:defRPr sz="945"/>
            </a:lvl3pPr>
            <a:lvl4pPr marL="1080135" indent="0">
              <a:buNone/>
              <a:defRPr sz="788"/>
            </a:lvl4pPr>
            <a:lvl5pPr marL="1440180" indent="0">
              <a:buNone/>
              <a:defRPr sz="788"/>
            </a:lvl5pPr>
            <a:lvl6pPr marL="1800225" indent="0">
              <a:buNone/>
              <a:defRPr sz="788"/>
            </a:lvl6pPr>
            <a:lvl7pPr marL="2160270" indent="0">
              <a:buNone/>
              <a:defRPr sz="788"/>
            </a:lvl7pPr>
            <a:lvl8pPr marL="2520315" indent="0">
              <a:buNone/>
              <a:defRPr sz="788"/>
            </a:lvl8pPr>
            <a:lvl9pPr marL="2880360" indent="0">
              <a:buNone/>
              <a:defRPr sz="788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BD19B9-C162-478F-AE02-6674601534B8}" type="datetimeFigureOut">
              <a:rPr lang="de-DE" smtClean="0"/>
              <a:t>06.01.2026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74C0D-3650-444C-B26B-752199137F8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177523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BD19B9-C162-478F-AE02-6674601534B8}" type="datetimeFigureOut">
              <a:rPr lang="de-DE" smtClean="0"/>
              <a:t>06.01.2026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74C0D-3650-444C-B26B-752199137F8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151244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667778" y="287536"/>
            <a:ext cx="1707758" cy="4576822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44503" y="287536"/>
            <a:ext cx="5024274" cy="4576822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BD19B9-C162-478F-AE02-6674601534B8}" type="datetimeFigureOut">
              <a:rPr lang="de-DE" smtClean="0"/>
              <a:t>06.01.2026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74C0D-3650-444C-B26B-752199137F8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535000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44503" y="287537"/>
            <a:ext cx="6831033" cy="104388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4503" y="1437680"/>
            <a:ext cx="6831033" cy="34266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4502" y="5005627"/>
            <a:ext cx="1782009" cy="2875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4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BD19B9-C162-478F-AE02-6674601534B8}" type="datetimeFigureOut">
              <a:rPr lang="de-DE" smtClean="0"/>
              <a:t>06.01.2026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623513" y="5005627"/>
            <a:ext cx="2673013" cy="2875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4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593527" y="5005627"/>
            <a:ext cx="1782009" cy="2875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4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E74C0D-3650-444C-B26B-752199137F8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511326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l" defTabSz="720090" rtl="0" eaLnBrk="1" latinLnBrk="0" hangingPunct="1">
        <a:lnSpc>
          <a:spcPct val="90000"/>
        </a:lnSpc>
        <a:spcBef>
          <a:spcPct val="0"/>
        </a:spcBef>
        <a:buNone/>
        <a:defRPr sz="346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0023" indent="-180023" algn="l" defTabSz="720090" rtl="0" eaLnBrk="1" latinLnBrk="0" hangingPunct="1">
        <a:lnSpc>
          <a:spcPct val="90000"/>
        </a:lnSpc>
        <a:spcBef>
          <a:spcPts val="788"/>
        </a:spcBef>
        <a:buFont typeface="Arial" panose="020B0604020202020204" pitchFamily="34" charset="0"/>
        <a:buChar char="•"/>
        <a:defRPr sz="2205" kern="1200">
          <a:solidFill>
            <a:schemeClr val="tx1"/>
          </a:solidFill>
          <a:latin typeface="+mn-lt"/>
          <a:ea typeface="+mn-ea"/>
          <a:cs typeface="+mn-cs"/>
        </a:defRPr>
      </a:lvl1pPr>
      <a:lvl2pPr marL="540068" indent="-180023" algn="l" defTabSz="720090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2pPr>
      <a:lvl3pPr marL="900113" indent="-180023" algn="l" defTabSz="720090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575" kern="1200">
          <a:solidFill>
            <a:schemeClr val="tx1"/>
          </a:solidFill>
          <a:latin typeface="+mn-lt"/>
          <a:ea typeface="+mn-ea"/>
          <a:cs typeface="+mn-cs"/>
        </a:defRPr>
      </a:lvl3pPr>
      <a:lvl4pPr marL="1260158" indent="-180023" algn="l" defTabSz="720090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8" kern="1200">
          <a:solidFill>
            <a:schemeClr val="tx1"/>
          </a:solidFill>
          <a:latin typeface="+mn-lt"/>
          <a:ea typeface="+mn-ea"/>
          <a:cs typeface="+mn-cs"/>
        </a:defRPr>
      </a:lvl4pPr>
      <a:lvl5pPr marL="1620203" indent="-180023" algn="l" defTabSz="720090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8" kern="1200">
          <a:solidFill>
            <a:schemeClr val="tx1"/>
          </a:solidFill>
          <a:latin typeface="+mn-lt"/>
          <a:ea typeface="+mn-ea"/>
          <a:cs typeface="+mn-cs"/>
        </a:defRPr>
      </a:lvl5pPr>
      <a:lvl6pPr marL="1980248" indent="-180023" algn="l" defTabSz="720090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8" kern="1200">
          <a:solidFill>
            <a:schemeClr val="tx1"/>
          </a:solidFill>
          <a:latin typeface="+mn-lt"/>
          <a:ea typeface="+mn-ea"/>
          <a:cs typeface="+mn-cs"/>
        </a:defRPr>
      </a:lvl6pPr>
      <a:lvl7pPr marL="2340293" indent="-180023" algn="l" defTabSz="720090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8" kern="1200">
          <a:solidFill>
            <a:schemeClr val="tx1"/>
          </a:solidFill>
          <a:latin typeface="+mn-lt"/>
          <a:ea typeface="+mn-ea"/>
          <a:cs typeface="+mn-cs"/>
        </a:defRPr>
      </a:lvl7pPr>
      <a:lvl8pPr marL="2700338" indent="-180023" algn="l" defTabSz="720090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8" kern="1200">
          <a:solidFill>
            <a:schemeClr val="tx1"/>
          </a:solidFill>
          <a:latin typeface="+mn-lt"/>
          <a:ea typeface="+mn-ea"/>
          <a:cs typeface="+mn-cs"/>
        </a:defRPr>
      </a:lvl8pPr>
      <a:lvl9pPr marL="3060383" indent="-180023" algn="l" defTabSz="720090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20090" rtl="0" eaLnBrk="1" latinLnBrk="0" hangingPunct="1">
        <a:defRPr sz="1418" kern="1200">
          <a:solidFill>
            <a:schemeClr val="tx1"/>
          </a:solidFill>
          <a:latin typeface="+mn-lt"/>
          <a:ea typeface="+mn-ea"/>
          <a:cs typeface="+mn-cs"/>
        </a:defRPr>
      </a:lvl1pPr>
      <a:lvl2pPr marL="360045" algn="l" defTabSz="720090" rtl="0" eaLnBrk="1" latinLnBrk="0" hangingPunct="1">
        <a:defRPr sz="1418" kern="1200">
          <a:solidFill>
            <a:schemeClr val="tx1"/>
          </a:solidFill>
          <a:latin typeface="+mn-lt"/>
          <a:ea typeface="+mn-ea"/>
          <a:cs typeface="+mn-cs"/>
        </a:defRPr>
      </a:lvl2pPr>
      <a:lvl3pPr marL="720090" algn="l" defTabSz="720090" rtl="0" eaLnBrk="1" latinLnBrk="0" hangingPunct="1">
        <a:defRPr sz="1418" kern="1200">
          <a:solidFill>
            <a:schemeClr val="tx1"/>
          </a:solidFill>
          <a:latin typeface="+mn-lt"/>
          <a:ea typeface="+mn-ea"/>
          <a:cs typeface="+mn-cs"/>
        </a:defRPr>
      </a:lvl3pPr>
      <a:lvl4pPr marL="1080135" algn="l" defTabSz="720090" rtl="0" eaLnBrk="1" latinLnBrk="0" hangingPunct="1">
        <a:defRPr sz="1418" kern="1200">
          <a:solidFill>
            <a:schemeClr val="tx1"/>
          </a:solidFill>
          <a:latin typeface="+mn-lt"/>
          <a:ea typeface="+mn-ea"/>
          <a:cs typeface="+mn-cs"/>
        </a:defRPr>
      </a:lvl4pPr>
      <a:lvl5pPr marL="1440180" algn="l" defTabSz="720090" rtl="0" eaLnBrk="1" latinLnBrk="0" hangingPunct="1">
        <a:defRPr sz="1418" kern="1200">
          <a:solidFill>
            <a:schemeClr val="tx1"/>
          </a:solidFill>
          <a:latin typeface="+mn-lt"/>
          <a:ea typeface="+mn-ea"/>
          <a:cs typeface="+mn-cs"/>
        </a:defRPr>
      </a:lvl5pPr>
      <a:lvl6pPr marL="1800225" algn="l" defTabSz="720090" rtl="0" eaLnBrk="1" latinLnBrk="0" hangingPunct="1">
        <a:defRPr sz="1418" kern="1200">
          <a:solidFill>
            <a:schemeClr val="tx1"/>
          </a:solidFill>
          <a:latin typeface="+mn-lt"/>
          <a:ea typeface="+mn-ea"/>
          <a:cs typeface="+mn-cs"/>
        </a:defRPr>
      </a:lvl6pPr>
      <a:lvl7pPr marL="2160270" algn="l" defTabSz="720090" rtl="0" eaLnBrk="1" latinLnBrk="0" hangingPunct="1">
        <a:defRPr sz="1418" kern="1200">
          <a:solidFill>
            <a:schemeClr val="tx1"/>
          </a:solidFill>
          <a:latin typeface="+mn-lt"/>
          <a:ea typeface="+mn-ea"/>
          <a:cs typeface="+mn-cs"/>
        </a:defRPr>
      </a:lvl7pPr>
      <a:lvl8pPr marL="2520315" algn="l" defTabSz="720090" rtl="0" eaLnBrk="1" latinLnBrk="0" hangingPunct="1">
        <a:defRPr sz="1418" kern="1200">
          <a:solidFill>
            <a:schemeClr val="tx1"/>
          </a:solidFill>
          <a:latin typeface="+mn-lt"/>
          <a:ea typeface="+mn-ea"/>
          <a:cs typeface="+mn-cs"/>
        </a:defRPr>
      </a:lvl8pPr>
      <a:lvl9pPr marL="2880360" algn="l" defTabSz="720090" rtl="0" eaLnBrk="1" latinLnBrk="0" hangingPunct="1">
        <a:defRPr sz="141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uppieren 20">
            <a:extLst>
              <a:ext uri="{FF2B5EF4-FFF2-40B4-BE49-F238E27FC236}">
                <a16:creationId xmlns:a16="http://schemas.microsoft.com/office/drawing/2014/main" id="{7DD7A9FF-68DE-FFE3-0A4B-598DAF0D34CE}"/>
              </a:ext>
            </a:extLst>
          </p:cNvPr>
          <p:cNvGrpSpPr/>
          <p:nvPr/>
        </p:nvGrpSpPr>
        <p:grpSpPr>
          <a:xfrm>
            <a:off x="600974" y="-604415"/>
            <a:ext cx="6770806" cy="6577522"/>
            <a:chOff x="1212950" y="124248"/>
            <a:chExt cx="6770806" cy="6577522"/>
          </a:xfrm>
        </p:grpSpPr>
        <p:cxnSp>
          <p:nvCxnSpPr>
            <p:cNvPr id="19" name="Gerader Verbinder 18">
              <a:extLst>
                <a:ext uri="{FF2B5EF4-FFF2-40B4-BE49-F238E27FC236}">
                  <a16:creationId xmlns:a16="http://schemas.microsoft.com/office/drawing/2014/main" id="{C9488EB8-6295-7D9A-A09E-643680949A67}"/>
                </a:ext>
              </a:extLst>
            </p:cNvPr>
            <p:cNvCxnSpPr>
              <a:cxnSpLocks/>
            </p:cNvCxnSpPr>
            <p:nvPr/>
          </p:nvCxnSpPr>
          <p:spPr>
            <a:xfrm>
              <a:off x="4614500" y="901795"/>
              <a:ext cx="0" cy="5107012"/>
            </a:xfrm>
            <a:prstGeom prst="line">
              <a:avLst/>
            </a:prstGeom>
            <a:ln w="76200"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6" name="Gruppieren 15">
              <a:extLst>
                <a:ext uri="{FF2B5EF4-FFF2-40B4-BE49-F238E27FC236}">
                  <a16:creationId xmlns:a16="http://schemas.microsoft.com/office/drawing/2014/main" id="{F4BB1BA4-97D4-E815-EAA5-F83ABD62FF65}"/>
                </a:ext>
              </a:extLst>
            </p:cNvPr>
            <p:cNvGrpSpPr/>
            <p:nvPr/>
          </p:nvGrpSpPr>
          <p:grpSpPr>
            <a:xfrm>
              <a:off x="1212950" y="124248"/>
              <a:ext cx="6770806" cy="6577522"/>
              <a:chOff x="1023168" y="72492"/>
              <a:chExt cx="6770806" cy="6577522"/>
            </a:xfrm>
          </p:grpSpPr>
          <p:sp>
            <p:nvSpPr>
              <p:cNvPr id="5" name="Ellipse 4">
                <a:extLst>
                  <a:ext uri="{FF2B5EF4-FFF2-40B4-BE49-F238E27FC236}">
                    <a16:creationId xmlns:a16="http://schemas.microsoft.com/office/drawing/2014/main" id="{832A61CD-3F4C-F639-247B-F7A0A822DFC6}"/>
                  </a:ext>
                </a:extLst>
              </p:cNvPr>
              <p:cNvSpPr/>
              <p:nvPr/>
            </p:nvSpPr>
            <p:spPr>
              <a:xfrm>
                <a:off x="1237888" y="2594394"/>
                <a:ext cx="1669212" cy="1669212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6" name="Ellipse 5">
                <a:extLst>
                  <a:ext uri="{FF2B5EF4-FFF2-40B4-BE49-F238E27FC236}">
                    <a16:creationId xmlns:a16="http://schemas.microsoft.com/office/drawing/2014/main" id="{B69FAA3E-BEA7-3466-C436-7489630E4676}"/>
                  </a:ext>
                </a:extLst>
              </p:cNvPr>
              <p:cNvSpPr/>
              <p:nvPr/>
            </p:nvSpPr>
            <p:spPr>
              <a:xfrm>
                <a:off x="6124762" y="2594394"/>
                <a:ext cx="1669212" cy="1669212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7" name="Bogen 6">
                <a:extLst>
                  <a:ext uri="{FF2B5EF4-FFF2-40B4-BE49-F238E27FC236}">
                    <a16:creationId xmlns:a16="http://schemas.microsoft.com/office/drawing/2014/main" id="{83A73BEE-8C2D-F39A-26F5-30A1555B2686}"/>
                  </a:ext>
                </a:extLst>
              </p:cNvPr>
              <p:cNvSpPr/>
              <p:nvPr/>
            </p:nvSpPr>
            <p:spPr>
              <a:xfrm rot="18900000">
                <a:off x="1760711" y="2197571"/>
                <a:ext cx="4905782" cy="4452443"/>
              </a:xfrm>
              <a:prstGeom prst="arc">
                <a:avLst>
                  <a:gd name="adj1" fmla="val 16825071"/>
                  <a:gd name="adj2" fmla="val 0"/>
                </a:avLst>
              </a:prstGeom>
              <a:ln w="57150">
                <a:solidFill>
                  <a:schemeClr val="bg2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de-DE">
                  <a:ln w="28575">
                    <a:solidFill>
                      <a:schemeClr val="tx1"/>
                    </a:solidFill>
                  </a:ln>
                </a:endParaRPr>
              </a:p>
            </p:txBody>
          </p:sp>
          <p:sp>
            <p:nvSpPr>
              <p:cNvPr id="8" name="Bogen 7">
                <a:extLst>
                  <a:ext uri="{FF2B5EF4-FFF2-40B4-BE49-F238E27FC236}">
                    <a16:creationId xmlns:a16="http://schemas.microsoft.com/office/drawing/2014/main" id="{6E994F3F-2D24-0B97-2689-2C11E972B739}"/>
                  </a:ext>
                </a:extLst>
              </p:cNvPr>
              <p:cNvSpPr/>
              <p:nvPr/>
            </p:nvSpPr>
            <p:spPr>
              <a:xfrm rot="7918979">
                <a:off x="2157611" y="299161"/>
                <a:ext cx="4905782" cy="4452443"/>
              </a:xfrm>
              <a:prstGeom prst="arc">
                <a:avLst>
                  <a:gd name="adj1" fmla="val 16825071"/>
                  <a:gd name="adj2" fmla="val 0"/>
                </a:avLst>
              </a:prstGeom>
              <a:ln w="57150">
                <a:solidFill>
                  <a:schemeClr val="bg2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de-DE">
                  <a:ln w="28575">
                    <a:solidFill>
                      <a:schemeClr val="tx1"/>
                    </a:solidFill>
                  </a:ln>
                </a:endParaRPr>
              </a:p>
            </p:txBody>
          </p:sp>
          <p:sp>
            <p:nvSpPr>
              <p:cNvPr id="9" name="Textfeld 8">
                <a:extLst>
                  <a:ext uri="{FF2B5EF4-FFF2-40B4-BE49-F238E27FC236}">
                    <a16:creationId xmlns:a16="http://schemas.microsoft.com/office/drawing/2014/main" id="{7BAE655A-B3A6-54C7-8BF0-F198A43C30AE}"/>
                  </a:ext>
                </a:extLst>
              </p:cNvPr>
              <p:cNvSpPr txBox="1"/>
              <p:nvPr/>
            </p:nvSpPr>
            <p:spPr>
              <a:xfrm>
                <a:off x="1472009" y="3075057"/>
                <a:ext cx="1200970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de-DE" sz="2000" dirty="0">
                    <a:latin typeface="CMU Bright" panose="02000603000000000000" pitchFamily="2" charset="0"/>
                    <a:ea typeface="CMU Bright" panose="02000603000000000000" pitchFamily="2" charset="0"/>
                    <a:cs typeface="CMU Bright" panose="02000603000000000000" pitchFamily="2" charset="0"/>
                  </a:rPr>
                  <a:t>Latente </a:t>
                </a:r>
              </a:p>
              <a:p>
                <a:pPr algn="ctr"/>
                <a:r>
                  <a:rPr lang="de-DE" sz="2000" dirty="0">
                    <a:latin typeface="CMU Bright" panose="02000603000000000000" pitchFamily="2" charset="0"/>
                    <a:ea typeface="CMU Bright" panose="02000603000000000000" pitchFamily="2" charset="0"/>
                    <a:cs typeface="CMU Bright" panose="02000603000000000000" pitchFamily="2" charset="0"/>
                  </a:rPr>
                  <a:t>Variablen</a:t>
                </a:r>
              </a:p>
            </p:txBody>
          </p:sp>
          <p:sp>
            <p:nvSpPr>
              <p:cNvPr id="10" name="Textfeld 9">
                <a:extLst>
                  <a:ext uri="{FF2B5EF4-FFF2-40B4-BE49-F238E27FC236}">
                    <a16:creationId xmlns:a16="http://schemas.microsoft.com/office/drawing/2014/main" id="{A12D1D2F-079E-A4BD-723E-94C701F81430}"/>
                  </a:ext>
                </a:extLst>
              </p:cNvPr>
              <p:cNvSpPr txBox="1"/>
              <p:nvPr/>
            </p:nvSpPr>
            <p:spPr>
              <a:xfrm>
                <a:off x="6185099" y="2940167"/>
                <a:ext cx="1606530" cy="120032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de-DE" dirty="0">
                    <a:latin typeface="CMU Bright" panose="02000603000000000000" pitchFamily="2" charset="0"/>
                    <a:ea typeface="CMU Bright" panose="02000603000000000000" pitchFamily="2" charset="0"/>
                    <a:cs typeface="CMU Bright" panose="02000603000000000000" pitchFamily="2" charset="0"/>
                  </a:rPr>
                  <a:t>Observierbare </a:t>
                </a:r>
              </a:p>
              <a:p>
                <a:pPr algn="ctr"/>
                <a:r>
                  <a:rPr lang="de-DE" dirty="0">
                    <a:latin typeface="CMU Bright" panose="02000603000000000000" pitchFamily="2" charset="0"/>
                    <a:ea typeface="CMU Bright" panose="02000603000000000000" pitchFamily="2" charset="0"/>
                    <a:cs typeface="CMU Bright" panose="02000603000000000000" pitchFamily="2" charset="0"/>
                  </a:rPr>
                  <a:t>Variablen</a:t>
                </a:r>
              </a:p>
              <a:p>
                <a:pPr algn="ctr"/>
                <a:r>
                  <a:rPr lang="de-DE" dirty="0">
                    <a:latin typeface="CMU Bright" panose="02000603000000000000" pitchFamily="2" charset="0"/>
                    <a:ea typeface="CMU Bright" panose="02000603000000000000" pitchFamily="2" charset="0"/>
                    <a:cs typeface="CMU Bright" panose="02000603000000000000" pitchFamily="2" charset="0"/>
                  </a:rPr>
                  <a:t>=</a:t>
                </a:r>
              </a:p>
              <a:p>
                <a:pPr algn="ctr"/>
                <a:r>
                  <a:rPr lang="de-DE" dirty="0">
                    <a:latin typeface="CMU Bright" panose="02000603000000000000" pitchFamily="2" charset="0"/>
                    <a:ea typeface="CMU Bright" panose="02000603000000000000" pitchFamily="2" charset="0"/>
                    <a:cs typeface="CMU Bright" panose="02000603000000000000" pitchFamily="2" charset="0"/>
                  </a:rPr>
                  <a:t>Daten</a:t>
                </a:r>
              </a:p>
            </p:txBody>
          </p:sp>
          <p:sp>
            <p:nvSpPr>
              <p:cNvPr id="11" name="Textfeld 10">
                <a:extLst>
                  <a:ext uri="{FF2B5EF4-FFF2-40B4-BE49-F238E27FC236}">
                    <a16:creationId xmlns:a16="http://schemas.microsoft.com/office/drawing/2014/main" id="{80E02419-70F3-C963-6406-1751E64AB14F}"/>
                  </a:ext>
                </a:extLst>
              </p:cNvPr>
              <p:cNvSpPr txBox="1"/>
              <p:nvPr/>
            </p:nvSpPr>
            <p:spPr>
              <a:xfrm>
                <a:off x="3172847" y="1509037"/>
                <a:ext cx="2595582" cy="44627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de-DE" sz="2300" dirty="0">
                    <a:latin typeface="CMU Bright" panose="02000603000000000000" pitchFamily="2" charset="0"/>
                    <a:ea typeface="CMU Bright" panose="02000603000000000000" pitchFamily="2" charset="0"/>
                    <a:cs typeface="CMU Bright" panose="02000603000000000000" pitchFamily="2" charset="0"/>
                  </a:rPr>
                  <a:t>Operationalisierung</a:t>
                </a:r>
              </a:p>
            </p:txBody>
          </p:sp>
          <p:sp>
            <p:nvSpPr>
              <p:cNvPr id="12" name="Textfeld 11">
                <a:extLst>
                  <a:ext uri="{FF2B5EF4-FFF2-40B4-BE49-F238E27FC236}">
                    <a16:creationId xmlns:a16="http://schemas.microsoft.com/office/drawing/2014/main" id="{044195EF-C6A6-2FD4-BD7E-9935FC8B3BD9}"/>
                  </a:ext>
                </a:extLst>
              </p:cNvPr>
              <p:cNvSpPr txBox="1"/>
              <p:nvPr/>
            </p:nvSpPr>
            <p:spPr>
              <a:xfrm>
                <a:off x="3837858" y="5094700"/>
                <a:ext cx="1173719" cy="44627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de-DE" sz="2300" dirty="0">
                    <a:latin typeface="CMU Bright" panose="02000603000000000000" pitchFamily="2" charset="0"/>
                    <a:ea typeface="CMU Bright" panose="02000603000000000000" pitchFamily="2" charset="0"/>
                    <a:cs typeface="CMU Bright" panose="02000603000000000000" pitchFamily="2" charset="0"/>
                  </a:rPr>
                  <a:t>Inferenz</a:t>
                </a:r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3" name="Textfeld 12">
                    <a:extLst>
                      <a:ext uri="{FF2B5EF4-FFF2-40B4-BE49-F238E27FC236}">
                        <a16:creationId xmlns:a16="http://schemas.microsoft.com/office/drawing/2014/main" id="{58343EC7-8F5E-4B6A-319A-8A36CC8026A2}"/>
                      </a:ext>
                    </a:extLst>
                  </p:cNvPr>
                  <p:cNvSpPr txBox="1"/>
                  <p:nvPr/>
                </p:nvSpPr>
                <p:spPr>
                  <a:xfrm>
                    <a:off x="1023168" y="641025"/>
                    <a:ext cx="2098651" cy="549381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>
                      <a:lnSpc>
                        <a:spcPct val="150000"/>
                      </a:lnSpc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de-DE" i="1">
                              <a:solidFill>
                                <a:schemeClr val="bg1">
                                  <a:lumMod val="6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⋮</m:t>
                          </m:r>
                        </m:oMath>
                      </m:oMathPara>
                    </a14:m>
                    <a:endParaRPr lang="de-DE" dirty="0">
                      <a:solidFill>
                        <a:schemeClr val="bg1">
                          <a:lumMod val="65000"/>
                        </a:schemeClr>
                      </a:solidFill>
                      <a:latin typeface="CMU Bright" panose="02000603000000000000" pitchFamily="2" charset="0"/>
                    </a:endParaRPr>
                  </a:p>
                  <a:p>
                    <a:pPr algn="ctr">
                      <a:lnSpc>
                        <a:spcPct val="150000"/>
                      </a:lnSpc>
                    </a:pPr>
                    <a:r>
                      <a:rPr lang="de-DE" dirty="0">
                        <a:solidFill>
                          <a:schemeClr val="bg1">
                            <a:lumMod val="65000"/>
                          </a:schemeClr>
                        </a:solidFill>
                        <a:latin typeface="CMU Bright" panose="02000603000000000000" pitchFamily="2" charset="0"/>
                        <a:ea typeface="CMU Bright" panose="02000603000000000000" pitchFamily="2" charset="0"/>
                        <a:cs typeface="CMU Bright" panose="02000603000000000000" pitchFamily="2" charset="0"/>
                      </a:rPr>
                      <a:t>Einstellungen</a:t>
                    </a:r>
                  </a:p>
                  <a:p>
                    <a:pPr algn="ctr">
                      <a:lnSpc>
                        <a:spcPct val="150000"/>
                      </a:lnSpc>
                    </a:pPr>
                    <a:r>
                      <a:rPr lang="de-DE" dirty="0">
                        <a:solidFill>
                          <a:schemeClr val="bg1">
                            <a:lumMod val="65000"/>
                          </a:schemeClr>
                        </a:solidFill>
                        <a:latin typeface="CMU Bright" panose="02000603000000000000" pitchFamily="2" charset="0"/>
                        <a:ea typeface="CMU Bright" panose="02000603000000000000" pitchFamily="2" charset="0"/>
                        <a:cs typeface="CMU Bright" panose="02000603000000000000" pitchFamily="2" charset="0"/>
                      </a:rPr>
                      <a:t>Konstrukt</a:t>
                    </a:r>
                  </a:p>
                  <a:p>
                    <a:pPr algn="ctr">
                      <a:lnSpc>
                        <a:spcPct val="150000"/>
                      </a:lnSpc>
                    </a:pPr>
                    <a:r>
                      <a:rPr lang="de-DE" dirty="0">
                        <a:solidFill>
                          <a:schemeClr val="bg1">
                            <a:lumMod val="65000"/>
                          </a:schemeClr>
                        </a:solidFill>
                        <a:latin typeface="CMU Bright" panose="02000603000000000000" pitchFamily="2" charset="0"/>
                        <a:ea typeface="CMU Bright" panose="02000603000000000000" pitchFamily="2" charset="0"/>
                        <a:cs typeface="CMU Bright" panose="02000603000000000000" pitchFamily="2" charset="0"/>
                      </a:rPr>
                      <a:t>Kognitiver Prozess</a:t>
                    </a:r>
                  </a:p>
                  <a:p>
                    <a:pPr algn="ctr">
                      <a:lnSpc>
                        <a:spcPct val="150000"/>
                      </a:lnSpc>
                    </a:pPr>
                    <a:endParaRPr lang="de-DE" dirty="0">
                      <a:latin typeface="CMU Bright" panose="02000603000000000000" pitchFamily="2" charset="0"/>
                      <a:ea typeface="CMU Bright" panose="02000603000000000000" pitchFamily="2" charset="0"/>
                      <a:cs typeface="CMU Bright" panose="02000603000000000000" pitchFamily="2" charset="0"/>
                    </a:endParaRPr>
                  </a:p>
                  <a:p>
                    <a:pPr algn="ctr">
                      <a:lnSpc>
                        <a:spcPct val="150000"/>
                      </a:lnSpc>
                    </a:pPr>
                    <a:endParaRPr lang="de-DE" dirty="0">
                      <a:latin typeface="CMU Bright" panose="02000603000000000000" pitchFamily="2" charset="0"/>
                      <a:ea typeface="CMU Bright" panose="02000603000000000000" pitchFamily="2" charset="0"/>
                      <a:cs typeface="CMU Bright" panose="02000603000000000000" pitchFamily="2" charset="0"/>
                    </a:endParaRPr>
                  </a:p>
                  <a:p>
                    <a:pPr algn="ctr">
                      <a:lnSpc>
                        <a:spcPct val="150000"/>
                      </a:lnSpc>
                    </a:pPr>
                    <a:endParaRPr lang="de-DE" dirty="0">
                      <a:latin typeface="CMU Bright" panose="02000603000000000000" pitchFamily="2" charset="0"/>
                      <a:ea typeface="CMU Bright" panose="02000603000000000000" pitchFamily="2" charset="0"/>
                      <a:cs typeface="CMU Bright" panose="02000603000000000000" pitchFamily="2" charset="0"/>
                    </a:endParaRPr>
                  </a:p>
                  <a:p>
                    <a:pPr algn="ctr">
                      <a:lnSpc>
                        <a:spcPct val="150000"/>
                      </a:lnSpc>
                    </a:pPr>
                    <a:endParaRPr lang="de-DE" dirty="0">
                      <a:latin typeface="CMU Bright" panose="02000603000000000000" pitchFamily="2" charset="0"/>
                      <a:ea typeface="CMU Bright" panose="02000603000000000000" pitchFamily="2" charset="0"/>
                      <a:cs typeface="CMU Bright" panose="02000603000000000000" pitchFamily="2" charset="0"/>
                    </a:endParaRPr>
                  </a:p>
                  <a:p>
                    <a:pPr algn="ctr">
                      <a:lnSpc>
                        <a:spcPct val="150000"/>
                      </a:lnSpc>
                    </a:pPr>
                    <a:endParaRPr lang="de-DE" dirty="0">
                      <a:latin typeface="CMU Bright" panose="02000603000000000000" pitchFamily="2" charset="0"/>
                      <a:ea typeface="CMU Bright" panose="02000603000000000000" pitchFamily="2" charset="0"/>
                      <a:cs typeface="CMU Bright" panose="02000603000000000000" pitchFamily="2" charset="0"/>
                    </a:endParaRPr>
                  </a:p>
                  <a:p>
                    <a:pPr algn="ctr">
                      <a:lnSpc>
                        <a:spcPct val="150000"/>
                      </a:lnSpc>
                    </a:pPr>
                    <a:r>
                      <a:rPr lang="de-DE" dirty="0">
                        <a:solidFill>
                          <a:schemeClr val="bg1">
                            <a:lumMod val="65000"/>
                          </a:schemeClr>
                        </a:solidFill>
                        <a:latin typeface="CMU Bright" panose="02000603000000000000" pitchFamily="2" charset="0"/>
                        <a:ea typeface="CMU Bright" panose="02000603000000000000" pitchFamily="2" charset="0"/>
                        <a:cs typeface="CMU Bright" panose="02000603000000000000" pitchFamily="2" charset="0"/>
                      </a:rPr>
                      <a:t>Neuronale Aktivität</a:t>
                    </a:r>
                  </a:p>
                  <a:p>
                    <a:pPr algn="ctr">
                      <a:lnSpc>
                        <a:spcPct val="150000"/>
                      </a:lnSpc>
                    </a:pPr>
                    <a:r>
                      <a:rPr lang="de-DE" dirty="0">
                        <a:solidFill>
                          <a:schemeClr val="bg1">
                            <a:lumMod val="65000"/>
                          </a:schemeClr>
                        </a:solidFill>
                        <a:latin typeface="CMU Bright" panose="02000603000000000000" pitchFamily="2" charset="0"/>
                        <a:ea typeface="CMU Bright" panose="02000603000000000000" pitchFamily="2" charset="0"/>
                        <a:cs typeface="CMU Bright" panose="02000603000000000000" pitchFamily="2" charset="0"/>
                      </a:rPr>
                      <a:t>Faktor</a:t>
                    </a:r>
                  </a:p>
                  <a:p>
                    <a:pPr algn="ctr">
                      <a:lnSpc>
                        <a:spcPct val="150000"/>
                      </a:lnSpc>
                    </a:pPr>
                    <a:r>
                      <a:rPr lang="de-DE">
                        <a:solidFill>
                          <a:schemeClr val="bg1">
                            <a:lumMod val="65000"/>
                          </a:schemeClr>
                        </a:solidFill>
                        <a:latin typeface="CMU Bright" panose="02000603000000000000" pitchFamily="2" charset="0"/>
                        <a:ea typeface="CMU Bright" panose="02000603000000000000" pitchFamily="2" charset="0"/>
                        <a:cs typeface="CMU Bright" panose="02000603000000000000" pitchFamily="2" charset="0"/>
                      </a:rPr>
                      <a:t>Fähigkeiten</a:t>
                    </a:r>
                    <a:endParaRPr lang="de-DE" dirty="0">
                      <a:solidFill>
                        <a:schemeClr val="bg1">
                          <a:lumMod val="65000"/>
                        </a:schemeClr>
                      </a:solidFill>
                      <a:latin typeface="CMU Bright" panose="02000603000000000000" pitchFamily="2" charset="0"/>
                      <a:ea typeface="CMU Bright" panose="02000603000000000000" pitchFamily="2" charset="0"/>
                      <a:cs typeface="CMU Bright" panose="02000603000000000000" pitchFamily="2" charset="0"/>
                    </a:endParaRPr>
                  </a:p>
                  <a:p>
                    <a:pPr algn="ctr">
                      <a:lnSpc>
                        <a:spcPct val="150000"/>
                      </a:lnSpc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de-DE" i="1">
                              <a:solidFill>
                                <a:schemeClr val="bg1">
                                  <a:lumMod val="6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⋮</m:t>
                          </m:r>
                        </m:oMath>
                      </m:oMathPara>
                    </a14:m>
                    <a:endParaRPr lang="de-DE" dirty="0">
                      <a:latin typeface="CMU Bright" panose="02000603000000000000" pitchFamily="2" charset="0"/>
                      <a:ea typeface="CMU Bright" panose="02000603000000000000" pitchFamily="2" charset="0"/>
                      <a:cs typeface="CMU Bright" panose="02000603000000000000" pitchFamily="2" charset="0"/>
                    </a:endParaRPr>
                  </a:p>
                </p:txBody>
              </p:sp>
            </mc:Choice>
            <mc:Fallback>
              <p:sp>
                <p:nvSpPr>
                  <p:cNvPr id="13" name="Textfeld 12">
                    <a:extLst>
                      <a:ext uri="{FF2B5EF4-FFF2-40B4-BE49-F238E27FC236}">
                        <a16:creationId xmlns:a16="http://schemas.microsoft.com/office/drawing/2014/main" id="{58343EC7-8F5E-4B6A-319A-8A36CC8026A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23168" y="641025"/>
                    <a:ext cx="2098651" cy="5493812"/>
                  </a:xfrm>
                  <a:prstGeom prst="rect">
                    <a:avLst/>
                  </a:prstGeom>
                  <a:blipFill>
                    <a:blip r:embed="rId2"/>
                    <a:stretch>
                      <a:fillRect l="-2616" r="-2035"/>
                    </a:stretch>
                  </a:blipFill>
                </p:spPr>
                <p:txBody>
                  <a:bodyPr/>
                  <a:lstStyle/>
                  <a:p>
                    <a:r>
                      <a:rPr lang="de-DE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17" name="Textfeld 16">
              <a:extLst>
                <a:ext uri="{FF2B5EF4-FFF2-40B4-BE49-F238E27FC236}">
                  <a16:creationId xmlns:a16="http://schemas.microsoft.com/office/drawing/2014/main" id="{8A4ABE22-921A-BB08-656C-83C71ECFB5D3}"/>
                </a:ext>
              </a:extLst>
            </p:cNvPr>
            <p:cNvSpPr txBox="1"/>
            <p:nvPr/>
          </p:nvSpPr>
          <p:spPr>
            <a:xfrm>
              <a:off x="3455432" y="926340"/>
              <a:ext cx="95410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MU Bright" panose="02000603000000000000" pitchFamily="2" charset="0"/>
                  <a:ea typeface="CMU Bright" panose="02000603000000000000" pitchFamily="2" charset="0"/>
                  <a:cs typeface="CMU Bright" panose="02000603000000000000" pitchFamily="2" charset="0"/>
                </a:rPr>
                <a:t>Realität</a:t>
              </a:r>
            </a:p>
          </p:txBody>
        </p:sp>
        <p:sp>
          <p:nvSpPr>
            <p:cNvPr id="20" name="Textfeld 19">
              <a:extLst>
                <a:ext uri="{FF2B5EF4-FFF2-40B4-BE49-F238E27FC236}">
                  <a16:creationId xmlns:a16="http://schemas.microsoft.com/office/drawing/2014/main" id="{46885D9F-B208-9EA9-35AD-5C7F518E3B16}"/>
                </a:ext>
              </a:extLst>
            </p:cNvPr>
            <p:cNvSpPr txBox="1"/>
            <p:nvPr/>
          </p:nvSpPr>
          <p:spPr>
            <a:xfrm>
              <a:off x="4731789" y="926340"/>
              <a:ext cx="146546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MU Bright" panose="02000603000000000000" pitchFamily="2" charset="0"/>
                  <a:ea typeface="CMU Bright" panose="02000603000000000000" pitchFamily="2" charset="0"/>
                  <a:cs typeface="CMU Bright" panose="02000603000000000000" pitchFamily="2" charset="0"/>
                </a:rPr>
                <a:t>Wissenschaft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309781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20</Words>
  <Application>Microsoft Office PowerPoint</Application>
  <PresentationFormat>Benutzerdefiniert</PresentationFormat>
  <Paragraphs>23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7" baseType="lpstr">
      <vt:lpstr>Arial</vt:lpstr>
      <vt:lpstr>Calibri</vt:lpstr>
      <vt:lpstr>Calibri Light</vt:lpstr>
      <vt:lpstr>Cambria Math</vt:lpstr>
      <vt:lpstr>CMU Bright</vt:lpstr>
      <vt:lpstr>Office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Dirk Ostwald</dc:creator>
  <cp:lastModifiedBy>Dirk Ostwald</cp:lastModifiedBy>
  <cp:revision>5</cp:revision>
  <dcterms:created xsi:type="dcterms:W3CDTF">2022-10-31T08:26:27Z</dcterms:created>
  <dcterms:modified xsi:type="dcterms:W3CDTF">2026-01-06T09:44:21Z</dcterms:modified>
</cp:coreProperties>
</file>