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</p:sldIdLst>
  <p:sldSz cx="8280400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21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1030" y="883861"/>
            <a:ext cx="7038340" cy="1880235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5050" y="2836605"/>
            <a:ext cx="6210300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761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8788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965" y="1346420"/>
            <a:ext cx="7141845" cy="224653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4965" y="3614203"/>
            <a:ext cx="7141845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75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3878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9278" y="1437680"/>
            <a:ext cx="3519170" cy="3426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1953" y="1437680"/>
            <a:ext cx="3519170" cy="342667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4155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6" y="287537"/>
            <a:ext cx="7141845" cy="104388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0357" y="1323916"/>
            <a:ext cx="3502997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357" y="1972747"/>
            <a:ext cx="3502997" cy="29016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91953" y="1323916"/>
            <a:ext cx="3520249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1953" y="1972747"/>
            <a:ext cx="3520249" cy="290161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8971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859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3137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6" y="360045"/>
            <a:ext cx="2670645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0248" y="777598"/>
            <a:ext cx="4191953" cy="383798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0356" y="1620202"/>
            <a:ext cx="2670645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5715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356" y="360045"/>
            <a:ext cx="2670645" cy="1260158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20248" y="777598"/>
            <a:ext cx="4191953" cy="383798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0356" y="1620202"/>
            <a:ext cx="2670645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1713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3292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25662" y="287536"/>
            <a:ext cx="1785461" cy="4576822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9278" y="287536"/>
            <a:ext cx="5252879" cy="4576822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606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9278" y="287537"/>
            <a:ext cx="7141845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9278" y="1437680"/>
            <a:ext cx="7141845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9278" y="5005627"/>
            <a:ext cx="186309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BD19B9-C162-478F-AE02-6674601534B8}" type="datetimeFigureOut">
              <a:rPr lang="de-DE" smtClean="0"/>
              <a:t>18.12.2022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42883" y="5005627"/>
            <a:ext cx="279463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848033" y="5005627"/>
            <a:ext cx="1863090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74C0D-3650-444C-B26B-752199137F8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9582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6196062-3A5A-C0DB-6D26-907798368240}"/>
              </a:ext>
            </a:extLst>
          </p:cNvPr>
          <p:cNvGrpSpPr/>
          <p:nvPr/>
        </p:nvGrpSpPr>
        <p:grpSpPr>
          <a:xfrm>
            <a:off x="284338" y="264858"/>
            <a:ext cx="7602723" cy="4855248"/>
            <a:chOff x="920446" y="810655"/>
            <a:chExt cx="7602723" cy="4855248"/>
          </a:xfrm>
        </p:grpSpPr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18D6A417-D723-B98B-2A53-B9D58F6CCBF9}"/>
                </a:ext>
              </a:extLst>
            </p:cNvPr>
            <p:cNvSpPr/>
            <p:nvPr/>
          </p:nvSpPr>
          <p:spPr>
            <a:xfrm>
              <a:off x="3633878" y="2337444"/>
              <a:ext cx="1858993" cy="185899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412DDA8F-F725-EDEB-564D-2A45CBE82CAD}"/>
                </a:ext>
              </a:extLst>
            </p:cNvPr>
            <p:cNvSpPr txBox="1"/>
            <p:nvPr/>
          </p:nvSpPr>
          <p:spPr>
            <a:xfrm>
              <a:off x="3484576" y="2614839"/>
              <a:ext cx="2157597" cy="12355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Latente</a:t>
              </a:r>
            </a:p>
            <a:p>
              <a:pPr algn="ctr">
                <a:lnSpc>
                  <a:spcPct val="150000"/>
                </a:lnSpc>
              </a:pPr>
              <a:r>
                <a: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biopsychologische</a:t>
              </a:r>
            </a:p>
            <a:p>
              <a:pPr algn="ctr">
                <a:lnSpc>
                  <a:spcPct val="150000"/>
                </a:lnSpc>
              </a:pPr>
              <a:r>
                <a:rPr lang="de-DE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Prozesse</a:t>
              </a:r>
            </a:p>
          </p:txBody>
        </p:sp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3FA74FC8-2B80-40FC-8861-D4CA60328685}"/>
                </a:ext>
              </a:extLst>
            </p:cNvPr>
            <p:cNvSpPr/>
            <p:nvPr/>
          </p:nvSpPr>
          <p:spPr>
            <a:xfrm>
              <a:off x="3198834" y="1894734"/>
              <a:ext cx="2737570" cy="2737570"/>
            </a:xfrm>
            <a:prstGeom prst="ellipse">
              <a:avLst/>
            </a:prstGeom>
            <a:noFill/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endParaRPr>
            </a:p>
          </p:txBody>
        </p:sp>
        <p:grpSp>
          <p:nvGrpSpPr>
            <p:cNvPr id="28" name="Gruppieren 27">
              <a:extLst>
                <a:ext uri="{FF2B5EF4-FFF2-40B4-BE49-F238E27FC236}">
                  <a16:creationId xmlns:a16="http://schemas.microsoft.com/office/drawing/2014/main" id="{B1DBCE3A-EF37-09B6-8EDB-65B3381C034C}"/>
                </a:ext>
              </a:extLst>
            </p:cNvPr>
            <p:cNvGrpSpPr/>
            <p:nvPr/>
          </p:nvGrpSpPr>
          <p:grpSpPr>
            <a:xfrm>
              <a:off x="920446" y="810655"/>
              <a:ext cx="7602723" cy="4855248"/>
              <a:chOff x="929071" y="972714"/>
              <a:chExt cx="7602723" cy="4855248"/>
            </a:xfrm>
          </p:grpSpPr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08468FCC-A774-3F2F-12EB-6BF2BCD27377}"/>
                  </a:ext>
                </a:extLst>
              </p:cNvPr>
              <p:cNvSpPr txBox="1"/>
              <p:nvPr/>
            </p:nvSpPr>
            <p:spPr>
              <a:xfrm>
                <a:off x="6245003" y="2408315"/>
                <a:ext cx="1842171" cy="3536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Tagebucheinträge</a:t>
                </a:r>
              </a:p>
            </p:txBody>
          </p:sp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6F2C5BCC-33C1-0A50-1B23-4BB9EB6C3A0A}"/>
                  </a:ext>
                </a:extLst>
              </p:cNvPr>
              <p:cNvSpPr txBox="1"/>
              <p:nvPr/>
            </p:nvSpPr>
            <p:spPr>
              <a:xfrm>
                <a:off x="2383262" y="1394609"/>
                <a:ext cx="1441420" cy="3536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Tastendrücke</a:t>
                </a:r>
              </a:p>
            </p:txBody>
          </p:sp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F8AC3DB2-F94A-6E00-1DB9-0663A4B009E0}"/>
                  </a:ext>
                </a:extLst>
              </p:cNvPr>
              <p:cNvSpPr txBox="1"/>
              <p:nvPr/>
            </p:nvSpPr>
            <p:spPr>
              <a:xfrm>
                <a:off x="3607443" y="972714"/>
                <a:ext cx="2145139" cy="355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Videoaufzeichnungen</a:t>
                </a:r>
              </a:p>
            </p:txBody>
          </p:sp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D7F0D416-9693-74D1-1C45-F484CA483BD1}"/>
                  </a:ext>
                </a:extLst>
              </p:cNvPr>
              <p:cNvSpPr txBox="1"/>
              <p:nvPr/>
            </p:nvSpPr>
            <p:spPr>
              <a:xfrm>
                <a:off x="1761278" y="1887571"/>
                <a:ext cx="1830950" cy="355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Mausbewegungen</a:t>
                </a:r>
              </a:p>
            </p:txBody>
          </p: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86AED3BC-96F1-E376-73A1-1E6337AD3D32}"/>
                  </a:ext>
                </a:extLst>
              </p:cNvPr>
              <p:cNvSpPr txBox="1"/>
              <p:nvPr/>
            </p:nvSpPr>
            <p:spPr>
              <a:xfrm>
                <a:off x="5182323" y="1414148"/>
                <a:ext cx="2156360" cy="355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Audioaufzeichnungen</a:t>
                </a:r>
              </a:p>
            </p:txBody>
          </p:sp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BE66BACE-A299-F45D-B039-68049EC1B948}"/>
                  </a:ext>
                </a:extLst>
              </p:cNvPr>
              <p:cNvSpPr txBox="1"/>
              <p:nvPr/>
            </p:nvSpPr>
            <p:spPr>
              <a:xfrm>
                <a:off x="5949448" y="1847784"/>
                <a:ext cx="2008883" cy="3536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 err="1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Interviewtranskripte</a:t>
                </a:r>
                <a:endParaRPr lang="de-DE" dirty="0">
                  <a:solidFill>
                    <a:schemeClr val="bg1">
                      <a:lumMod val="50000"/>
                    </a:schemeClr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DF0FC4F3-A896-6166-6CC6-4580B1882991}"/>
                  </a:ext>
                </a:extLst>
              </p:cNvPr>
              <p:cNvSpPr txBox="1"/>
              <p:nvPr/>
            </p:nvSpPr>
            <p:spPr>
              <a:xfrm>
                <a:off x="970838" y="2989595"/>
                <a:ext cx="1654620" cy="3536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Browserverläufe</a:t>
                </a:r>
              </a:p>
            </p:txBody>
          </p:sp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FD5EDB7F-EBB6-D00F-D410-DC6BF11A70CF}"/>
                  </a:ext>
                </a:extLst>
              </p:cNvPr>
              <p:cNvSpPr txBox="1"/>
              <p:nvPr/>
            </p:nvSpPr>
            <p:spPr>
              <a:xfrm>
                <a:off x="929071" y="3521497"/>
                <a:ext cx="1813317" cy="355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Bewegungsprofile</a:t>
                </a:r>
              </a:p>
            </p:txBody>
          </p:sp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0A3EA14D-AFC5-9F07-D46F-8567D22967C7}"/>
                  </a:ext>
                </a:extLst>
              </p:cNvPr>
              <p:cNvSpPr txBox="1"/>
              <p:nvPr/>
            </p:nvSpPr>
            <p:spPr>
              <a:xfrm>
                <a:off x="1061664" y="2449123"/>
                <a:ext cx="1919115" cy="355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Augenbewegungen</a:t>
                </a:r>
              </a:p>
            </p:txBody>
          </p:sp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7679EAFA-A9CB-E860-9A2B-1AB7F357BE00}"/>
                  </a:ext>
                </a:extLst>
              </p:cNvPr>
              <p:cNvSpPr txBox="1"/>
              <p:nvPr/>
            </p:nvSpPr>
            <p:spPr>
              <a:xfrm>
                <a:off x="962166" y="4136194"/>
                <a:ext cx="1955985" cy="3536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Social Media Posts</a:t>
                </a:r>
              </a:p>
            </p:txBody>
          </p:sp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5513991C-1E37-0D6A-D756-7BEB03AE6631}"/>
                  </a:ext>
                </a:extLst>
              </p:cNvPr>
              <p:cNvSpPr txBox="1"/>
              <p:nvPr/>
            </p:nvSpPr>
            <p:spPr>
              <a:xfrm>
                <a:off x="1423781" y="4653171"/>
                <a:ext cx="2018501" cy="3536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Hautleitwiderstände</a:t>
                </a:r>
              </a:p>
            </p:txBody>
          </p:sp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29A3F458-AB1B-E8E2-2F69-772A96A72957}"/>
                  </a:ext>
                </a:extLst>
              </p:cNvPr>
              <p:cNvSpPr txBox="1"/>
              <p:nvPr/>
            </p:nvSpPr>
            <p:spPr>
              <a:xfrm>
                <a:off x="2870575" y="5084159"/>
                <a:ext cx="979755" cy="3536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Herzrate</a:t>
                </a:r>
              </a:p>
            </p:txBody>
          </p:sp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646A8683-8943-C883-2571-1F1CCFBFB52B}"/>
                  </a:ext>
                </a:extLst>
              </p:cNvPr>
              <p:cNvSpPr txBox="1"/>
              <p:nvPr/>
            </p:nvSpPr>
            <p:spPr>
              <a:xfrm>
                <a:off x="3386727" y="5474339"/>
                <a:ext cx="2185214" cy="3536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Hormonplasmaspiegel</a:t>
                </a:r>
              </a:p>
            </p:txBody>
          </p:sp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5F20463-CC2E-FBFA-DBE3-64FB6F4B0558}"/>
                  </a:ext>
                </a:extLst>
              </p:cNvPr>
              <p:cNvSpPr txBox="1"/>
              <p:nvPr/>
            </p:nvSpPr>
            <p:spPr>
              <a:xfrm>
                <a:off x="6229784" y="3480689"/>
                <a:ext cx="1778051" cy="3536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Fragebogendaten</a:t>
                </a:r>
              </a:p>
            </p:txBody>
          </p:sp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4380C2D5-76E4-B36F-2213-875F976BFF4E}"/>
                  </a:ext>
                </a:extLst>
              </p:cNvPr>
              <p:cNvSpPr txBox="1"/>
              <p:nvPr/>
            </p:nvSpPr>
            <p:spPr>
              <a:xfrm>
                <a:off x="6366299" y="2948787"/>
                <a:ext cx="1311578" cy="355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Appnutzung</a:t>
                </a:r>
              </a:p>
            </p:txBody>
          </p:sp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961D5170-FC9C-6596-D813-712C891980D5}"/>
                  </a:ext>
                </a:extLst>
              </p:cNvPr>
              <p:cNvSpPr txBox="1"/>
              <p:nvPr/>
            </p:nvSpPr>
            <p:spPr>
              <a:xfrm>
                <a:off x="6080482" y="4095386"/>
                <a:ext cx="2451312" cy="355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Elektroenzephalographie</a:t>
                </a:r>
              </a:p>
            </p:txBody>
          </p:sp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EC2D84E1-E9EE-E546-9CE5-10656C696661}"/>
                  </a:ext>
                </a:extLst>
              </p:cNvPr>
              <p:cNvSpPr txBox="1"/>
              <p:nvPr/>
            </p:nvSpPr>
            <p:spPr>
              <a:xfrm>
                <a:off x="5812490" y="4653171"/>
                <a:ext cx="2610010" cy="3554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 err="1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Magnetoenzephalographie</a:t>
                </a:r>
                <a:endParaRPr lang="de-DE" dirty="0">
                  <a:solidFill>
                    <a:schemeClr val="bg1">
                      <a:lumMod val="50000"/>
                    </a:schemeClr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D4959502-47DD-00B9-939F-0EDC0109722C}"/>
                  </a:ext>
                </a:extLst>
              </p:cNvPr>
              <p:cNvSpPr txBox="1"/>
              <p:nvPr/>
            </p:nvSpPr>
            <p:spPr>
              <a:xfrm>
                <a:off x="5129054" y="5084159"/>
                <a:ext cx="2858475" cy="3536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solidFill>
                      <a:schemeClr val="bg1">
                        <a:lumMod val="50000"/>
                      </a:schemeClr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Magnetresonanztomographie</a:t>
                </a:r>
              </a:p>
            </p:txBody>
          </p:sp>
        </p:grp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64037164-9FB7-0021-6569-3598334BDE06}"/>
                </a:ext>
              </a:extLst>
            </p:cNvPr>
            <p:cNvSpPr txBox="1"/>
            <p:nvPr/>
          </p:nvSpPr>
          <p:spPr>
            <a:xfrm>
              <a:off x="3981934" y="1586957"/>
              <a:ext cx="118013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Wissenschaft</a:t>
              </a: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33BE6C9E-5698-AA36-1772-2ABCC2F913F9}"/>
                </a:ext>
              </a:extLst>
            </p:cNvPr>
            <p:cNvSpPr txBox="1"/>
            <p:nvPr/>
          </p:nvSpPr>
          <p:spPr>
            <a:xfrm>
              <a:off x="4177928" y="2014476"/>
              <a:ext cx="7793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rPr>
                <a:t>Realität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6512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</Words>
  <Application>Microsoft Office PowerPoint</Application>
  <PresentationFormat>Benutzerdefiniert</PresentationFormat>
  <Paragraphs>23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CMU Bright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4</cp:revision>
  <dcterms:created xsi:type="dcterms:W3CDTF">2022-10-31T08:26:27Z</dcterms:created>
  <dcterms:modified xsi:type="dcterms:W3CDTF">2022-12-18T06:59:33Z</dcterms:modified>
</cp:coreProperties>
</file>